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d04b8233fc4e75" /><Relationship Type="http://schemas.openxmlformats.org/officeDocument/2006/relationships/extended-properties" Target="/docProps/app.xml" Id="R7590cd5849c144f4" /><Relationship Type="http://schemas.openxmlformats.org/officeDocument/2006/relationships/officeDocument" Target="/ppt/presentation.xml" Id="Rd4f576a298964b65" /></Relationships>
</file>

<file path=ppt/presentation.xml><?xml version="1.0" encoding="utf-8"?>
<p:presentation xmlns:p="http://schemas.openxmlformats.org/presentationml/2006/main">
  <p:sldMasterIdLst>
    <p:sldMasterId xmlns:r="http://schemas.openxmlformats.org/officeDocument/2006/relationships" id="2147483648" r:id="Rc5bcffbcad22404a"/>
  </p:sldMasterIdLst>
  <p:notesMasterIdLst>
    <p:notesMasterId xmlns:r="http://schemas.openxmlformats.org/officeDocument/2006/relationships" r:id="R9e03632f85744539"/>
  </p:notesMasterIdLst>
  <p:sldIdLst>
    <p:sldId xmlns:r="http://schemas.openxmlformats.org/officeDocument/2006/relationships" id="256" r:id="R10e103229e7b4122"/>
    <p:sldId xmlns:r="http://schemas.openxmlformats.org/officeDocument/2006/relationships" id="257" r:id="Rad0856f6f6674ab1"/>
    <p:sldId xmlns:r="http://schemas.openxmlformats.org/officeDocument/2006/relationships" id="258" r:id="R5fbe626a28ae4ca1"/>
    <p:sldId xmlns:r="http://schemas.openxmlformats.org/officeDocument/2006/relationships" id="259" r:id="R1e03dac12f154987"/>
    <p:sldId xmlns:r="http://schemas.openxmlformats.org/officeDocument/2006/relationships" id="260" r:id="Rbd71692803434bc8"/>
    <p:sldId xmlns:r="http://schemas.openxmlformats.org/officeDocument/2006/relationships" id="261" r:id="R55045ce4ea774af2"/>
    <p:sldId xmlns:r="http://schemas.openxmlformats.org/officeDocument/2006/relationships" id="262" r:id="Raa2a16249789445f"/>
    <p:sldId xmlns:r="http://schemas.openxmlformats.org/officeDocument/2006/relationships" id="263" r:id="R179cf626334f4766"/>
    <p:sldId xmlns:r="http://schemas.openxmlformats.org/officeDocument/2006/relationships" id="264" r:id="Ra1db83cd94c14d3d"/>
    <p:sldId xmlns:r="http://schemas.openxmlformats.org/officeDocument/2006/relationships" id="265" r:id="Rb3d77bfd13254254"/>
    <p:sldId xmlns:r="http://schemas.openxmlformats.org/officeDocument/2006/relationships" id="266" r:id="R5c76b2b31aff46f7"/>
    <p:sldId xmlns:r="http://schemas.openxmlformats.org/officeDocument/2006/relationships" id="267" r:id="R85e95a0320214c00"/>
    <p:sldId xmlns:r="http://schemas.openxmlformats.org/officeDocument/2006/relationships" id="268" r:id="R5dcc9f017de440ec"/>
    <p:sldId xmlns:r="http://schemas.openxmlformats.org/officeDocument/2006/relationships" id="269" r:id="Rc5220a760c2f4953"/>
    <p:sldId xmlns:r="http://schemas.openxmlformats.org/officeDocument/2006/relationships" id="270" r:id="Rdfdbfc0a44194335"/>
    <p:sldId xmlns:r="http://schemas.openxmlformats.org/officeDocument/2006/relationships" id="271" r:id="R11baa83fbdcd41bd"/>
    <p:sldId xmlns:r="http://schemas.openxmlformats.org/officeDocument/2006/relationships" id="272" r:id="R85faa2546aad4a03"/>
    <p:sldId xmlns:r="http://schemas.openxmlformats.org/officeDocument/2006/relationships" id="273" r:id="R19d1c4c91c264dfb"/>
    <p:sldId xmlns:r="http://schemas.openxmlformats.org/officeDocument/2006/relationships" id="274" r:id="R80f4bb3babce4daa"/>
  </p:sldIdLst>
  <p:sldSz cx="20104100" cy="121412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4385b3c79194889" /><Relationship Type="http://schemas.openxmlformats.org/officeDocument/2006/relationships/slideMaster" Target="/ppt/slideMasters/slideMaster1.xml" Id="Rc5bcffbcad22404a" /><Relationship Type="http://schemas.openxmlformats.org/officeDocument/2006/relationships/notesMaster" Target="/ppt/notesMasters/notesMaster1.xml" Id="R9e03632f85744539" /><Relationship Type="http://schemas.openxmlformats.org/officeDocument/2006/relationships/presProps" Target="/ppt/presProps.xml" Id="R2148ae5897764d4c" /><Relationship Type="http://schemas.openxmlformats.org/officeDocument/2006/relationships/viewProps" Target="/ppt/viewProps.xml" Id="R3d004b48d9454a14" /><Relationship Type="http://schemas.openxmlformats.org/officeDocument/2006/relationships/tableStyles" Target="/ppt/tableStyles.xml" Id="R994c5ea75eaf4b6f" /><Relationship Type="http://schemas.openxmlformats.org/officeDocument/2006/relationships/slide" Target="/ppt/slides/slide1.xml" Id="R10e103229e7b4122" /><Relationship Type="http://schemas.openxmlformats.org/officeDocument/2006/relationships/slide" Target="/ppt/slides/slide2.xml" Id="Rad0856f6f6674ab1" /><Relationship Type="http://schemas.openxmlformats.org/officeDocument/2006/relationships/slide" Target="/ppt/slides/slide3.xml" Id="R5fbe626a28ae4ca1" /><Relationship Type="http://schemas.openxmlformats.org/officeDocument/2006/relationships/slide" Target="/ppt/slides/slide4.xml" Id="R1e03dac12f154987" /><Relationship Type="http://schemas.openxmlformats.org/officeDocument/2006/relationships/slide" Target="/ppt/slides/slide5.xml" Id="Rbd71692803434bc8" /><Relationship Type="http://schemas.openxmlformats.org/officeDocument/2006/relationships/slide" Target="/ppt/slides/slide6.xml" Id="R55045ce4ea774af2" /><Relationship Type="http://schemas.openxmlformats.org/officeDocument/2006/relationships/slide" Target="/ppt/slides/slide7.xml" Id="Raa2a16249789445f" /><Relationship Type="http://schemas.openxmlformats.org/officeDocument/2006/relationships/slide" Target="/ppt/slides/slide8.xml" Id="R179cf626334f4766" /><Relationship Type="http://schemas.openxmlformats.org/officeDocument/2006/relationships/slide" Target="/ppt/slides/slide9.xml" Id="Ra1db83cd94c14d3d" /><Relationship Type="http://schemas.openxmlformats.org/officeDocument/2006/relationships/slide" Target="/ppt/slides/slide10.xml" Id="Rb3d77bfd13254254" /><Relationship Type="http://schemas.openxmlformats.org/officeDocument/2006/relationships/slide" Target="/ppt/slides/slide11.xml" Id="R5c76b2b31aff46f7" /><Relationship Type="http://schemas.openxmlformats.org/officeDocument/2006/relationships/slide" Target="/ppt/slides/slide12.xml" Id="R85e95a0320214c00" /><Relationship Type="http://schemas.openxmlformats.org/officeDocument/2006/relationships/slide" Target="/ppt/slides/slide13.xml" Id="R5dcc9f017de440ec" /><Relationship Type="http://schemas.openxmlformats.org/officeDocument/2006/relationships/slide" Target="/ppt/slides/slide14.xml" Id="Rc5220a760c2f4953" /><Relationship Type="http://schemas.openxmlformats.org/officeDocument/2006/relationships/slide" Target="/ppt/slides/slide15.xml" Id="Rdfdbfc0a44194335" /><Relationship Type="http://schemas.openxmlformats.org/officeDocument/2006/relationships/slide" Target="/ppt/slides/slide16.xml" Id="R11baa83fbdcd41bd" /><Relationship Type="http://schemas.openxmlformats.org/officeDocument/2006/relationships/slide" Target="/ppt/slides/slide17.xml" Id="R85faa2546aad4a03" /><Relationship Type="http://schemas.openxmlformats.org/officeDocument/2006/relationships/slide" Target="/ppt/slides/slide18.xml" Id="R19d1c4c91c264dfb" /><Relationship Type="http://schemas.openxmlformats.org/officeDocument/2006/relationships/slide" Target="/ppt/slides/slide19.xml" Id="R80f4bb3babce4d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db1d993f22c4c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iseño para recursos no videos">
  <a:themeElements>
    <a:clrScheme name="Diseño para recursos no videos">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Diseño para recursos no videos">
      <a:majorFont>
        <a:latin typeface="Arial"/>
        <a:ea typeface="Arial"/>
        <a:cs typeface="Arial"/>
      </a:majorFont>
      <a:minorFont>
        <a:latin typeface="Helvetica"/>
        <a:ea typeface="Helvetica"/>
        <a:cs typeface="Helvetica"/>
      </a:minorFont>
    </a:fontScheme>
    <a:fmtScheme name="Diseño para recursos no vide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8de02b3b03d4319" /><Relationship Type="http://schemas.openxmlformats.org/officeDocument/2006/relationships/notesMaster" Target="/ppt/notesMasters/notesMaster1.xml" Id="R337f602c24204736"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5e9a9c74e94d67" /><Relationship Type="http://schemas.openxmlformats.org/officeDocument/2006/relationships/notesMaster" Target="/ppt/notesMasters/notesMaster1.xml" Id="R918eeb0915ae4b3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e4cf1c967b405c" /><Relationship Type="http://schemas.openxmlformats.org/officeDocument/2006/relationships/notesMaster" Target="/ppt/notesMasters/notesMaster1.xml" Id="Rbb83e33318be47d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348fef18154262" /><Relationship Type="http://schemas.openxmlformats.org/officeDocument/2006/relationships/notesMaster" Target="/ppt/notesMasters/notesMaster1.xml" Id="R5aa9e4b4c5014411" /></Relationships>
</file>

<file path=ppt/notesSlides/_rels/notesSlide5.xml.rels>&#65279;<?xml version="1.0" encoding="utf-8"?><Relationships xmlns="http://schemas.openxmlformats.org/package/2006/relationships"><Relationship Type="http://schemas.openxmlformats.org/officeDocument/2006/relationships/slide" Target="/ppt/slides/slide5.xml" Id="R24478529a53c4381" /><Relationship Type="http://schemas.openxmlformats.org/officeDocument/2006/relationships/notesMaster" Target="/ppt/notesMasters/notesMaster1.xml" Id="R30c881e428c84f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8b70e5d0ef476a" /><Relationship Type="http://schemas.openxmlformats.org/officeDocument/2006/relationships/notesMaster" Target="/ppt/notesMasters/notesMaster1.xml" Id="Rc4bf313e852c45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e3ad36c72f4fa8" /><Relationship Type="http://schemas.openxmlformats.org/officeDocument/2006/relationships/notesMaster" Target="/ppt/notesMasters/notesMaster1.xml" Id="R074fdcc2eaca4f8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f5f01163d3e45dd" /><Relationship Type="http://schemas.openxmlformats.org/officeDocument/2006/relationships/notesMaster" Target="/ppt/notesMasters/notesMaster1.xml" Id="R4388d0e5893b49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ff27995a35f14d31" /><Relationship Type="http://schemas.openxmlformats.org/officeDocument/2006/relationships/notesMaster" Target="/ppt/notesMasters/notesMaster1.xml" Id="R3e3f2fa088d6454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87dcb69801f4be0" /><Relationship Type="http://schemas.openxmlformats.org/officeDocument/2006/relationships/notesMaster" Target="/ppt/notesMasters/notesMaster1.xml" Id="R205acc07eb654b3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d42fdd640b4d3b" /><Relationship Type="http://schemas.openxmlformats.org/officeDocument/2006/relationships/notesMaster" Target="/ppt/notesMasters/notesMaster1.xml" Id="Rb0b1e8b055be48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95a2b3a6492457f" /><Relationship Type="http://schemas.openxmlformats.org/officeDocument/2006/relationships/notesMaster" Target="/ppt/notesMasters/notesMaster1.xml" Id="Re47ba2c7e2bf49b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8127992bb44227" /><Relationship Type="http://schemas.openxmlformats.org/officeDocument/2006/relationships/notesMaster" Target="/ppt/notesMasters/notesMaster1.xml" Id="Re2aae8cfdc3542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960eaad59344531" /><Relationship Type="http://schemas.openxmlformats.org/officeDocument/2006/relationships/notesMaster" Target="/ppt/notesMasters/notesMaster1.xml" Id="R1c7160ba0a3d41a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639c6ee1a054c91" /><Relationship Type="http://schemas.openxmlformats.org/officeDocument/2006/relationships/notesMaster" Target="/ppt/notesMasters/notesMaster1.xml" Id="R258db3ca76c74ba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140b23ffc054628" /><Relationship Type="http://schemas.openxmlformats.org/officeDocument/2006/relationships/notesMaster" Target="/ppt/notesMasters/notesMaster1.xml" Id="Rc57a4fb854ac45e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c6248504aa44175" /><Relationship Type="http://schemas.openxmlformats.org/officeDocument/2006/relationships/notesMaster" Target="/ppt/notesMasters/notesMaster1.xml" Id="Rac95fe6bdab04cf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2957b4618804457" /><Relationship Type="http://schemas.openxmlformats.org/officeDocument/2006/relationships/notesMaster" Target="/ppt/notesMasters/notesMaster1.xml" Id="Rdc0814df61a4400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6dbafa4c844ee4" /><Relationship Type="http://schemas.openxmlformats.org/officeDocument/2006/relationships/notesMaster" Target="/ppt/notesMasters/notesMaster1.xml" Id="Re06fa4f3dfc545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9e1626762824bb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ea3bfd728f944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daa4d2d470428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0cd2795d5aa45c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afdbb8a05bb4e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725bcb607e84fe5"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dce22db9e0524e0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9590ef25868e473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ccd2b8e1d24148d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016ef710dcfd4ab5"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32f35a8a9344e84"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2377af62514242d9"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1c5e5880425b43a4"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c8af2992beae43e0" /></Relationships>
</file>

<file path=ppt/slideLayouts/_rels/slideLayout15.xml.rels>&#65279;<?xml version="1.0" encoding="utf-8"?><Relationships xmlns="http://schemas.openxmlformats.org/package/2006/relationships"><Relationship Type="http://schemas.openxmlformats.org/officeDocument/2006/relationships/slideMaster" Target="/ppt/slideMasters/slideMaster1.xml" Id="R449f3bad32314a48" /></Relationships>
</file>

<file path=ppt/slideLayouts/_rels/slideLayout16.xml.rels>&#65279;<?xml version="1.0" encoding="utf-8"?><Relationships xmlns="http://schemas.openxmlformats.org/package/2006/relationships"><Relationship Type="http://schemas.openxmlformats.org/officeDocument/2006/relationships/slideMaster" Target="/ppt/slideMasters/slideMaster1.xml" Id="R778bfe447549427f" /></Relationships>
</file>

<file path=ppt/slideLayouts/slideLayout1.xml><?xml version="1.0" encoding="utf-8"?>
<p:sldLayout xmlns:p="http://schemas.openxmlformats.org/presentationml/2006/main" type="title">
  <p:cSld name="Diapositiva de título">
    <p:spTree>
      <p:nvGrpSpPr>
        <p:cNvPr id="1" name=""/>
        <p:cNvGrpSpPr/>
        <p:nvPr/>
      </p:nvGrpSpPr>
      <p:grpSpPr>
        <a:xfrm xmlns:a="http://schemas.openxmlformats.org/drawingml/2006/main"/>
      </p:grpSpPr>
      <p:sp>
        <p:nvSpPr>
          <p:cNvPr id="59" name="Title Text">
            <a:extLst xmlns:a="http://schemas.openxmlformats.org/drawingml/2006/main">
              <a:ext uri="{FF2B5EF4-FFF2-40B4-BE49-F238E27FC236}">
                <a16:creationId xmlns:a16="http://schemas.microsoft.com/office/drawing/2014/main" id="{4433106F-9663-4402-99F0-4B096D48C5B4}"/>
              </a:ext>
            </a:extLst>
          </p:cNvPr>
          <p:cNvSpPr>
            <a:spLocks xmlns:a="http://schemas.openxmlformats.org/drawingml/2006/main" noGrp="1"/>
          </p:cNvSpPr>
          <p:nvPr>
            <p:ph type="title" idx="0"/>
          </p:nvPr>
        </p:nvSpPr>
        <p:spPr>
          <a:xfrm xmlns:a="http://schemas.openxmlformats.org/drawingml/2006/main">
            <a:off x="10585453" y="1987550"/>
            <a:ext cx="9220196" cy="4229100"/>
          </a:xfrm>
          <a:prstGeom xmlns:a="http://schemas.openxmlformats.org/drawingml/2006/main" prst="rect">
            <a:avLst/>
          </a:prstGeom>
        </p:spPr>
        <p:txBody>
          <a:bodyPr xmlns:a="http://schemas.openxmlformats.org/drawingml/2006/main" anchor="b"/>
          <a:lstStyle xmlns:a="http://schemas.openxmlformats.org/drawingml/2006/main">
            <a:lvl1pPr>
              <a:buNone/>
              <a:defRPr sz="6000">
                <a:latin typeface="Avenir Light"/>
                <a:ea typeface="Avenir Light"/>
                <a:cs typeface="Avenir Light"/>
              </a:defRPr>
            </a:lvl1pPr>
          </a:lstStyle>
          <a:p xmlns:a="http://schemas.openxmlformats.org/drawingml/2006/main">
            <a:r>
              <a:t>Title Text</a:t>
            </a:r>
          </a:p>
        </p:txBody>
      </p:sp>
      <p:sp>
        <p:nvSpPr>
          <p:cNvPr id="60" name="Body Level One…">
            <a:extLst xmlns:a="http://schemas.openxmlformats.org/drawingml/2006/main">
              <a:ext uri="{FF2B5EF4-FFF2-40B4-BE49-F238E27FC236}">
                <a16:creationId xmlns:a16="http://schemas.microsoft.com/office/drawing/2014/main" id="{944B9FE1-9436-4A21-AEB6-432B81CA3C8E}"/>
              </a:ext>
            </a:extLst>
          </p:cNvPr>
          <p:cNvSpPr>
            <a:spLocks xmlns:a="http://schemas.openxmlformats.org/drawingml/2006/main" noGrp="1"/>
          </p:cNvSpPr>
          <p:nvPr>
            <p:ph type="body" idx="1"/>
          </p:nvPr>
        </p:nvSpPr>
        <p:spPr>
          <a:xfrm xmlns:a="http://schemas.openxmlformats.org/drawingml/2006/main">
            <a:off x="10585443" y="6380162"/>
            <a:ext cx="9220196" cy="2933701"/>
          </a:xfrm>
          <a:prstGeom xmlns:a="http://schemas.openxmlformats.org/drawingml/2006/main" prst="rect">
            <a:avLst/>
          </a:prstGeom>
        </p:spPr>
        <p:txBody>
          <a:bodyPr xmlns:a="http://schemas.openxmlformats.org/drawingml/2006/main"/>
          <a:lstStyle xmlns:a="http://schemas.openxmlformats.org/drawingml/2006/main">
            <a:lvl1pPr marL="0" indent="0">
              <a:buClrTx/>
              <a:buSzTx/>
              <a:buFontTx/>
              <a:buNone/>
              <a:defRPr sz="2400">
                <a:solidFill>
                  <a:srgbClr val="535353"/>
                </a:solidFill>
                <a:latin typeface="Avenir Book"/>
                <a:ea typeface="Avenir Book"/>
                <a:cs typeface="Avenir Book"/>
              </a:defRPr>
            </a:lvl1pPr>
            <a:lvl2pPr marL="0" indent="457200">
              <a:buClrTx/>
              <a:buSzTx/>
              <a:buFontTx/>
              <a:buNone/>
              <a:defRPr sz="2400">
                <a:solidFill>
                  <a:srgbClr val="535353"/>
                </a:solidFill>
                <a:latin typeface="Avenir Book"/>
                <a:ea typeface="Avenir Book"/>
                <a:cs typeface="Avenir Book"/>
              </a:defRPr>
            </a:lvl2pPr>
            <a:lvl3pPr marL="0" indent="914400">
              <a:buClrTx/>
              <a:buSzTx/>
              <a:buFontTx/>
              <a:buNone/>
              <a:defRPr sz="2400">
                <a:solidFill>
                  <a:srgbClr val="535353"/>
                </a:solidFill>
                <a:latin typeface="Avenir Book"/>
                <a:ea typeface="Avenir Book"/>
                <a:cs typeface="Avenir Book"/>
              </a:defRPr>
            </a:lvl3pPr>
            <a:lvl4pPr marL="0" indent="1371600">
              <a:buClrTx/>
              <a:buSzTx/>
              <a:buFontTx/>
              <a:buNone/>
              <a:defRPr sz="2400">
                <a:solidFill>
                  <a:srgbClr val="535353"/>
                </a:solidFill>
                <a:latin typeface="Avenir Book"/>
                <a:ea typeface="Avenir Book"/>
                <a:cs typeface="Avenir Book"/>
              </a:defRPr>
            </a:lvl4pPr>
            <a:lvl5pPr marL="0" indent="1828800">
              <a:buClrTx/>
              <a:buSzTx/>
              <a:buFontTx/>
              <a:buNone/>
              <a:defRPr sz="2400">
                <a:solidFill>
                  <a:srgbClr val="535353"/>
                </a:solidFill>
                <a:latin typeface="Avenir Book"/>
                <a:ea typeface="Avenir Book"/>
                <a:cs typeface="Avenir Book"/>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61" name="object 8">
            <a:extLst xmlns:a="http://schemas.openxmlformats.org/drawingml/2006/main">
              <a:ext uri="{FF2B5EF4-FFF2-40B4-BE49-F238E27FC236}">
                <a16:creationId xmlns:a16="http://schemas.microsoft.com/office/drawing/2014/main" id="{6A57FF04-6B24-41A4-995F-9BE58BAB5860}"/>
              </a:ext>
            </a:extLst>
          </p:cNvPr>
          <p:cNvSpPr>
            <a:spLocks xmlns:a="http://schemas.openxmlformats.org/drawingml/2006/main" noGrp="1"/>
          </p:cNvSpPr>
          <p:nvPr/>
        </p:nvSpPr>
        <p:spPr>
          <a:xfrm xmlns:a="http://schemas.openxmlformats.org/drawingml/2006/main">
            <a:off x="4288680" y="6949365"/>
            <a:ext cx="3489326" cy="1587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indent="12700">
              <a:spcBef>
                <a:spcPts val="100"/>
              </a:spcBef>
              <a:buNone/>
              <a:defRPr sz="10400" b="1">
                <a:solidFill>
                  <a:srgbClr val="2BAAE1"/>
                </a:solidFill>
                <a:latin typeface="GT America Bold"/>
                <a:ea typeface="GT America Bold"/>
                <a:cs typeface="GT America Bold"/>
              </a:defRPr>
            </a:lvl1pPr>
          </a:lstStyle>
          <a:p xmlns:a="http://schemas.openxmlformats.org/drawingml/2006/main">
            <a:r>
              <a:t>MISO</a:t>
            </a:r>
          </a:p>
        </p:txBody>
      </p:sp>
      <p:sp>
        <p:nvSpPr>
          <p:cNvPr id="62" name="object 9">
            <a:extLst xmlns:a="http://schemas.openxmlformats.org/drawingml/2006/main">
              <a:ext uri="{FF2B5EF4-FFF2-40B4-BE49-F238E27FC236}">
                <a16:creationId xmlns:a16="http://schemas.microsoft.com/office/drawing/2014/main" id="{285601FF-481A-492B-A862-7AD5C663F50C}"/>
              </a:ext>
            </a:extLst>
          </p:cNvPr>
          <p:cNvSpPr>
            <a:spLocks xmlns:a="http://schemas.openxmlformats.org/drawingml/2006/main" noGrp="1"/>
          </p:cNvSpPr>
          <p:nvPr/>
        </p:nvSpPr>
        <p:spPr>
          <a:xfrm xmlns:a="http://schemas.openxmlformats.org/drawingml/2006/main">
            <a:off x="3497629" y="8419000"/>
            <a:ext cx="5071112" cy="381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indent="12700">
              <a:buNone/>
              <a:defRPr sz="2500" spc="-10">
                <a:solidFill>
                  <a:srgbClr val="2BAAE1"/>
                </a:solidFill>
                <a:latin typeface="+mn-lt"/>
                <a:ea typeface="+mn-lt"/>
                <a:cs typeface="+mn-lt"/>
              </a:defRPr>
            </a:pPr>
            <a:r>
              <a:t>Maestría </a:t>
            </a:r>
            <a:r>
              <a:rPr spc="-5"/>
              <a:t>en </a:t>
            </a:r>
            <a:r>
              <a:t>Ingeniería </a:t>
            </a:r>
            <a:r>
              <a:rPr spc="-5"/>
              <a:t>de</a:t>
            </a:r>
            <a:r>
              <a:rPr spc="-20"/>
              <a:t> </a:t>
            </a:r>
            <a:r>
              <a:t>Software</a:t>
            </a:r>
          </a:p>
        </p:txBody>
      </p:sp>
      <p:sp>
        <p:nvSpPr>
          <p:cNvPr id="63" name="object 10">
            <a:extLst xmlns:a="http://schemas.openxmlformats.org/drawingml/2006/main">
              <a:ext uri="{FF2B5EF4-FFF2-40B4-BE49-F238E27FC236}">
                <a16:creationId xmlns:a16="http://schemas.microsoft.com/office/drawing/2014/main" id="{3FF24903-52B6-4EA4-B49B-88B95A379A80}"/>
              </a:ext>
            </a:extLst>
          </p:cNvPr>
          <p:cNvSpPr>
            <a:spLocks xmlns:a="http://schemas.openxmlformats.org/drawingml/2006/main" noGrp="1"/>
          </p:cNvSpPr>
          <p:nvPr/>
        </p:nvSpPr>
        <p:spPr>
          <a:xfrm xmlns:a="http://schemas.openxmlformats.org/drawingml/2006/main">
            <a:off x="4535637" y="5066592"/>
            <a:ext cx="2991055" cy="1729518"/>
          </a:xfrm>
          <a:custGeom xmlns:a="http://schemas.openxmlformats.org/drawingml/2006/main">
            <a:rect l="0" t="0" r="r" b="b"/>
            <a:pathLst>
              <a:path w="21600" h="21600">
                <a:moveTo>
                  <a:pt x="10726" y="0"/>
                </a:moveTo>
                <a:lnTo>
                  <a:pt x="0" y="10673"/>
                </a:lnTo>
                <a:lnTo>
                  <a:pt x="10726" y="21600"/>
                </a:lnTo>
                <a:lnTo>
                  <a:pt x="21600" y="10673"/>
                </a:lnTo>
                <a:lnTo>
                  <a:pt x="10726" y="0"/>
                </a:lnTo>
                <a:close/>
              </a:path>
            </a:pathLst>
          </a:custGeom>
          <a:solidFill xmlns:a="http://schemas.openxmlformats.org/drawingml/2006/main">
            <a:srgbClr val="2BAAE1">
              <a:alpha val="5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4" name="object 11">
            <a:extLst xmlns:a="http://schemas.openxmlformats.org/drawingml/2006/main">
              <a:ext uri="{FF2B5EF4-FFF2-40B4-BE49-F238E27FC236}">
                <a16:creationId xmlns:a16="http://schemas.microsoft.com/office/drawing/2014/main" id="{4164F96D-D328-4FF0-A2C6-5CD8D1E2E970}"/>
              </a:ext>
            </a:extLst>
          </p:cNvPr>
          <p:cNvSpPr>
            <a:spLocks xmlns:a="http://schemas.openxmlformats.org/drawingml/2006/main" noGrp="1"/>
          </p:cNvSpPr>
          <p:nvPr/>
        </p:nvSpPr>
        <p:spPr>
          <a:xfrm xmlns:a="http://schemas.openxmlformats.org/drawingml/2006/main">
            <a:off x="4535637" y="5066592"/>
            <a:ext cx="2991055" cy="1729518"/>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5" name="object 12">
            <a:extLst xmlns:a="http://schemas.openxmlformats.org/drawingml/2006/main">
              <a:ext uri="{FF2B5EF4-FFF2-40B4-BE49-F238E27FC236}">
                <a16:creationId xmlns:a16="http://schemas.microsoft.com/office/drawing/2014/main" id="{9AABD60A-D39C-403F-9CBB-5831F91CF205}"/>
              </a:ext>
            </a:extLst>
          </p:cNvPr>
          <p:cNvSpPr>
            <a:spLocks xmlns:a="http://schemas.openxmlformats.org/drawingml/2006/main" noGrp="1"/>
          </p:cNvSpPr>
          <p:nvPr/>
        </p:nvSpPr>
        <p:spPr>
          <a:xfrm xmlns:a="http://schemas.openxmlformats.org/drawingml/2006/main">
            <a:off x="4535637" y="4476522"/>
            <a:ext cx="2991055" cy="1729518"/>
          </a:xfrm>
          <a:custGeom xmlns:a="http://schemas.openxmlformats.org/drawingml/2006/main">
            <a:rect l="0" t="0" r="r" b="b"/>
            <a:pathLst>
              <a:path w="21600" h="21600">
                <a:moveTo>
                  <a:pt x="10726" y="0"/>
                </a:moveTo>
                <a:lnTo>
                  <a:pt x="0" y="10673"/>
                </a:lnTo>
                <a:lnTo>
                  <a:pt x="10726" y="21600"/>
                </a:lnTo>
                <a:lnTo>
                  <a:pt x="21600" y="10673"/>
                </a:lnTo>
                <a:lnTo>
                  <a:pt x="10726" y="0"/>
                </a:lnTo>
                <a:close/>
              </a:path>
            </a:pathLst>
          </a:custGeom>
          <a:solidFill xmlns:a="http://schemas.openxmlformats.org/drawingml/2006/main">
            <a:srgbClr val="2BAAE1">
              <a:alpha val="3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6" name="object 13">
            <a:extLst xmlns:a="http://schemas.openxmlformats.org/drawingml/2006/main">
              <a:ext uri="{FF2B5EF4-FFF2-40B4-BE49-F238E27FC236}">
                <a16:creationId xmlns:a16="http://schemas.microsoft.com/office/drawing/2014/main" id="{52AC5B10-5059-45C2-ACE0-F2F720F7CE62}"/>
              </a:ext>
            </a:extLst>
          </p:cNvPr>
          <p:cNvSpPr>
            <a:spLocks xmlns:a="http://schemas.openxmlformats.org/drawingml/2006/main" noGrp="1"/>
          </p:cNvSpPr>
          <p:nvPr/>
        </p:nvSpPr>
        <p:spPr>
          <a:xfrm xmlns:a="http://schemas.openxmlformats.org/drawingml/2006/main">
            <a:off x="4535637" y="4476522"/>
            <a:ext cx="2991055" cy="1729518"/>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7" name="object 14">
            <a:extLst xmlns:a="http://schemas.openxmlformats.org/drawingml/2006/main">
              <a:ext uri="{FF2B5EF4-FFF2-40B4-BE49-F238E27FC236}">
                <a16:creationId xmlns:a16="http://schemas.microsoft.com/office/drawing/2014/main" id="{E19AD378-2684-425E-94A2-A1F9ECBF3176}"/>
              </a:ext>
            </a:extLst>
          </p:cNvPr>
          <p:cNvSpPr>
            <a:spLocks xmlns:a="http://schemas.openxmlformats.org/drawingml/2006/main" noGrp="1"/>
          </p:cNvSpPr>
          <p:nvPr/>
        </p:nvSpPr>
        <p:spPr>
          <a:xfrm xmlns:a="http://schemas.openxmlformats.org/drawingml/2006/main">
            <a:off x="4535637" y="3906801"/>
            <a:ext cx="2991055" cy="1729518"/>
          </a:xfrm>
          <a:custGeom xmlns:a="http://schemas.openxmlformats.org/drawingml/2006/main">
            <a:rect l="0" t="0" r="r" b="b"/>
            <a:pathLst>
              <a:path w="21600" h="21600">
                <a:moveTo>
                  <a:pt x="10726" y="0"/>
                </a:moveTo>
                <a:lnTo>
                  <a:pt x="0" y="10673"/>
                </a:lnTo>
                <a:lnTo>
                  <a:pt x="10726" y="21600"/>
                </a:lnTo>
                <a:lnTo>
                  <a:pt x="21600" y="10673"/>
                </a:lnTo>
                <a:lnTo>
                  <a:pt x="10726" y="0"/>
                </a:lnTo>
                <a:close/>
              </a:path>
            </a:pathLst>
          </a:custGeom>
          <a:solidFill xmlns:a="http://schemas.openxmlformats.org/drawingml/2006/main">
            <a:srgbClr val="2BAAE1">
              <a:alpha val="25000"/>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8" name="object 15">
            <a:extLst xmlns:a="http://schemas.openxmlformats.org/drawingml/2006/main">
              <a:ext uri="{FF2B5EF4-FFF2-40B4-BE49-F238E27FC236}">
                <a16:creationId xmlns:a16="http://schemas.microsoft.com/office/drawing/2014/main" id="{8F5522E7-5BEF-4E0C-9F81-D43CD69324AD}"/>
              </a:ext>
            </a:extLst>
          </p:cNvPr>
          <p:cNvSpPr>
            <a:spLocks xmlns:a="http://schemas.openxmlformats.org/drawingml/2006/main" noGrp="1"/>
          </p:cNvSpPr>
          <p:nvPr/>
        </p:nvSpPr>
        <p:spPr>
          <a:xfrm xmlns:a="http://schemas.openxmlformats.org/drawingml/2006/main">
            <a:off x="4535637" y="3906801"/>
            <a:ext cx="2991055" cy="1729518"/>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9" name="object 16">
            <a:extLst xmlns:a="http://schemas.openxmlformats.org/drawingml/2006/main">
              <a:ext uri="{FF2B5EF4-FFF2-40B4-BE49-F238E27FC236}">
                <a16:creationId xmlns:a16="http://schemas.microsoft.com/office/drawing/2014/main" id="{5096F983-FD14-4197-846E-2B1B40B7A3ED}"/>
              </a:ext>
            </a:extLst>
          </p:cNvPr>
          <p:cNvSpPr>
            <a:spLocks xmlns:a="http://schemas.openxmlformats.org/drawingml/2006/main" noGrp="1"/>
          </p:cNvSpPr>
          <p:nvPr/>
        </p:nvSpPr>
        <p:spPr>
          <a:xfrm xmlns:a="http://schemas.openxmlformats.org/drawingml/2006/main">
            <a:off x="4535635" y="5921174"/>
            <a:ext cx="2991055" cy="874938"/>
          </a:xfrm>
          <a:custGeom xmlns:a="http://schemas.openxmlformats.org/drawingml/2006/main">
            <a:rect l="0" t="0" r="r" b="b"/>
            <a:pathLst>
              <a:path w="21600" h="21600">
                <a:moveTo>
                  <a:pt x="21600" y="0"/>
                </a:moveTo>
                <a:lnTo>
                  <a:pt x="10727"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0" name="object 17">
            <a:extLst xmlns:a="http://schemas.openxmlformats.org/drawingml/2006/main">
              <a:ext uri="{FF2B5EF4-FFF2-40B4-BE49-F238E27FC236}">
                <a16:creationId xmlns:a16="http://schemas.microsoft.com/office/drawing/2014/main" id="{6467DC64-D0B0-45AF-B8C4-8EA8E4B7945C}"/>
              </a:ext>
            </a:extLst>
          </p:cNvPr>
          <p:cNvSpPr>
            <a:spLocks xmlns:a="http://schemas.openxmlformats.org/drawingml/2006/main" noGrp="1"/>
          </p:cNvSpPr>
          <p:nvPr/>
        </p:nvSpPr>
        <p:spPr>
          <a:xfrm xmlns:a="http://schemas.openxmlformats.org/drawingml/2006/main">
            <a:off x="4535635" y="4761382"/>
            <a:ext cx="2991055" cy="874938"/>
          </a:xfrm>
          <a:custGeom xmlns:a="http://schemas.openxmlformats.org/drawingml/2006/main">
            <a:rect l="0" t="0" r="r" b="b"/>
            <a:pathLst>
              <a:path w="21600" h="21600">
                <a:moveTo>
                  <a:pt x="21600" y="0"/>
                </a:moveTo>
                <a:lnTo>
                  <a:pt x="10727"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1" name="object 18">
            <a:extLst xmlns:a="http://schemas.openxmlformats.org/drawingml/2006/main">
              <a:ext uri="{FF2B5EF4-FFF2-40B4-BE49-F238E27FC236}">
                <a16:creationId xmlns:a16="http://schemas.microsoft.com/office/drawing/2014/main" id="{B7AE8E87-1522-4F30-A823-B7CAA4309DBF}"/>
              </a:ext>
            </a:extLst>
          </p:cNvPr>
          <p:cNvSpPr>
            <a:spLocks xmlns:a="http://schemas.openxmlformats.org/drawingml/2006/main" noGrp="1"/>
          </p:cNvSpPr>
          <p:nvPr/>
        </p:nvSpPr>
        <p:spPr>
          <a:xfrm xmlns:a="http://schemas.openxmlformats.org/drawingml/2006/main">
            <a:off x="4535635" y="5331103"/>
            <a:ext cx="2991055" cy="874938"/>
          </a:xfrm>
          <a:custGeom xmlns:a="http://schemas.openxmlformats.org/drawingml/2006/main">
            <a:rect l="0" t="0" r="r" b="b"/>
            <a:pathLst>
              <a:path w="21600" h="21600">
                <a:moveTo>
                  <a:pt x="21600" y="0"/>
                </a:moveTo>
                <a:lnTo>
                  <a:pt x="10727"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2" name="object 19">
            <a:extLst xmlns:a="http://schemas.openxmlformats.org/drawingml/2006/main">
              <a:ext uri="{FF2B5EF4-FFF2-40B4-BE49-F238E27FC236}">
                <a16:creationId xmlns:a16="http://schemas.microsoft.com/office/drawing/2014/main" id="{653B66A3-8B11-494A-9BB7-9F7B190CEEBC}"/>
              </a:ext>
            </a:extLst>
          </p:cNvPr>
          <p:cNvSpPr>
            <a:spLocks xmlns:a="http://schemas.openxmlformats.org/drawingml/2006/main" noGrp="1"/>
          </p:cNvSpPr>
          <p:nvPr/>
        </p:nvSpPr>
        <p:spPr>
          <a:xfrm xmlns:a="http://schemas.openxmlformats.org/drawingml/2006/main">
            <a:off x="4535637" y="3337081"/>
            <a:ext cx="2991055" cy="1729507"/>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3" name="object 20">
            <a:extLst xmlns:a="http://schemas.openxmlformats.org/drawingml/2006/main">
              <a:ext uri="{FF2B5EF4-FFF2-40B4-BE49-F238E27FC236}">
                <a16:creationId xmlns:a16="http://schemas.microsoft.com/office/drawing/2014/main" id="{33848AD4-FC9D-4EE4-96F9-24AABE29EDDD}"/>
              </a:ext>
            </a:extLst>
          </p:cNvPr>
          <p:cNvSpPr>
            <a:spLocks xmlns:a="http://schemas.openxmlformats.org/drawingml/2006/main" noGrp="1"/>
          </p:cNvSpPr>
          <p:nvPr/>
        </p:nvSpPr>
        <p:spPr>
          <a:xfrm xmlns:a="http://schemas.openxmlformats.org/drawingml/2006/main">
            <a:off x="4535637" y="3337081"/>
            <a:ext cx="2991055" cy="1729507"/>
          </a:xfrm>
          <a:custGeom xmlns:a="http://schemas.openxmlformats.org/drawingml/2006/main">
            <a:rect l="0" t="0" r="r" b="b"/>
            <a:pathLst>
              <a:path w="21600" h="21600">
                <a:moveTo>
                  <a:pt x="10726" y="0"/>
                </a:moveTo>
                <a:lnTo>
                  <a:pt x="0" y="10673"/>
                </a:lnTo>
                <a:lnTo>
                  <a:pt x="10726" y="21600"/>
                </a:lnTo>
                <a:lnTo>
                  <a:pt x="21600" y="10673"/>
                </a:lnTo>
                <a:lnTo>
                  <a:pt x="10726" y="0"/>
                </a:lnTo>
                <a:close/>
              </a:path>
            </a:pathLst>
          </a:custGeom>
          <a:solidFill xmlns:a="http://schemas.openxmlformats.org/drawingml/2006/main">
            <a:srgbClr val="2BAAE1">
              <a:alpha val="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4" name="object 21">
            <a:extLst xmlns:a="http://schemas.openxmlformats.org/drawingml/2006/main">
              <a:ext uri="{FF2B5EF4-FFF2-40B4-BE49-F238E27FC236}">
                <a16:creationId xmlns:a16="http://schemas.microsoft.com/office/drawing/2014/main" id="{CB472591-0CEC-4142-A24B-2CD73F6E2F59}"/>
              </a:ext>
            </a:extLst>
          </p:cNvPr>
          <p:cNvSpPr>
            <a:spLocks xmlns:a="http://schemas.openxmlformats.org/drawingml/2006/main" noGrp="1"/>
          </p:cNvSpPr>
          <p:nvPr/>
        </p:nvSpPr>
        <p:spPr>
          <a:xfrm xmlns:a="http://schemas.openxmlformats.org/drawingml/2006/main">
            <a:off x="4535637" y="3337081"/>
            <a:ext cx="2991055" cy="1729507"/>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5" name="object 22">
            <a:extLst xmlns:a="http://schemas.openxmlformats.org/drawingml/2006/main">
              <a:ext uri="{FF2B5EF4-FFF2-40B4-BE49-F238E27FC236}">
                <a16:creationId xmlns:a16="http://schemas.microsoft.com/office/drawing/2014/main" id="{0BED3A20-4D70-4110-9F46-16FD85672686}"/>
              </a:ext>
            </a:extLst>
          </p:cNvPr>
          <p:cNvSpPr>
            <a:spLocks xmlns:a="http://schemas.openxmlformats.org/drawingml/2006/main" noGrp="1"/>
          </p:cNvSpPr>
          <p:nvPr/>
        </p:nvSpPr>
        <p:spPr>
          <a:xfrm xmlns:a="http://schemas.openxmlformats.org/drawingml/2006/main">
            <a:off x="4538763" y="3340686"/>
            <a:ext cx="2991653" cy="3454481"/>
          </a:xfrm>
          <a:custGeom xmlns:a="http://schemas.openxmlformats.org/drawingml/2006/main">
            <a:rect l="0" t="0" r="r" b="b"/>
            <a:pathLst>
              <a:path w="21600" h="21600">
                <a:moveTo>
                  <a:pt x="21600" y="16200"/>
                </a:moveTo>
                <a:lnTo>
                  <a:pt x="21600" y="5400"/>
                </a:lnTo>
                <a:lnTo>
                  <a:pt x="10800" y="0"/>
                </a:lnTo>
                <a:lnTo>
                  <a:pt x="0" y="5400"/>
                </a:lnTo>
                <a:lnTo>
                  <a:pt x="0" y="16200"/>
                </a:lnTo>
                <a:lnTo>
                  <a:pt x="10800" y="21600"/>
                </a:lnTo>
                <a:lnTo>
                  <a:pt x="21600" y="16200"/>
                </a:lnTo>
                <a:close/>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6" name="object 23">
            <a:extLst xmlns:a="http://schemas.openxmlformats.org/drawingml/2006/main">
              <a:ext uri="{FF2B5EF4-FFF2-40B4-BE49-F238E27FC236}">
                <a16:creationId xmlns:a16="http://schemas.microsoft.com/office/drawing/2014/main" id="{24F4343E-9C70-4958-86A5-D149121DA09F}"/>
              </a:ext>
            </a:extLst>
          </p:cNvPr>
          <p:cNvSpPr>
            <a:spLocks xmlns:a="http://schemas.openxmlformats.org/drawingml/2006/main" noGrp="1"/>
          </p:cNvSpPr>
          <p:nvPr/>
        </p:nvSpPr>
        <p:spPr>
          <a:xfrm xmlns:a="http://schemas.openxmlformats.org/drawingml/2006/main" flipH="1">
            <a:off x="6035520" y="5056333"/>
            <a:ext cx="1" cy="1733248"/>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8" name="object 3">
            <a:extLst xmlns:a="http://schemas.openxmlformats.org/drawingml/2006/main">
              <a:ext uri="{FF2B5EF4-FFF2-40B4-BE49-F238E27FC236}">
                <a16:creationId xmlns:a16="http://schemas.microsoft.com/office/drawing/2014/main" id="{83B6D915-9442-43E7-AE21-E0BC4C670733}"/>
              </a:ext>
            </a:extLst>
          </p:cNvPr>
          <p:cNvSpPr>
            <a:spLocks xmlns:a="http://schemas.openxmlformats.org/drawingml/2006/main" noGrp="1"/>
          </p:cNvSpPr>
          <p:nvPr/>
        </p:nvSpPr>
        <p:spPr>
          <a:xfrm xmlns:a="http://schemas.openxmlformats.org/drawingml/2006/main">
            <a:off x="9366249" y="3902935"/>
            <a:ext cx="1" cy="872219"/>
          </a:xfrm>
          <a:prstGeom xmlns:a="http://schemas.openxmlformats.org/drawingml/2006/main" prst="line">
            <a:avLst/>
          </a:prstGeom>
          <a:ln xmlns:a="http://schemas.openxmlformats.org/drawingml/2006/main" w="15873">
            <a:solidFill>
              <a:srgbClr val="009ABA"/>
            </a:solidFill>
          </a:ln>
        </p:spPr>
        <p:txBody>
          <a:bodyPr xmlns:a="http://schemas.openxmlformats.org/drawingml/2006/main" lIns="45719" rIns="45719"/>
          <a:lstStyle xmlns:a="http://schemas.openxmlformats.org/drawingml/2006/main"/>
          <a:p xmlns:a="http://schemas.openxmlformats.org/drawingml/2006/main">
            <a:endParaRPr/>
          </a:p>
        </p:txBody>
      </p:sp>
      <p:sp>
        <p:nvSpPr>
          <p:cNvPr id="79" name="object 4">
            <a:extLst xmlns:a="http://schemas.openxmlformats.org/drawingml/2006/main">
              <a:ext uri="{FF2B5EF4-FFF2-40B4-BE49-F238E27FC236}">
                <a16:creationId xmlns:a16="http://schemas.microsoft.com/office/drawing/2014/main" id="{EE8FD68E-939A-4B3B-945E-F76DFF1B8A40}"/>
              </a:ext>
            </a:extLst>
          </p:cNvPr>
          <p:cNvSpPr>
            <a:spLocks xmlns:a="http://schemas.openxmlformats.org/drawingml/2006/main" noGrp="1"/>
          </p:cNvSpPr>
          <p:nvPr/>
        </p:nvSpPr>
        <p:spPr>
          <a:xfrm xmlns:a="http://schemas.openxmlformats.org/drawingml/2006/main">
            <a:off x="9366249" y="4777609"/>
            <a:ext cx="1" cy="872219"/>
          </a:xfrm>
          <a:prstGeom xmlns:a="http://schemas.openxmlformats.org/drawingml/2006/main" prst="line">
            <a:avLst/>
          </a:prstGeom>
          <a:ln xmlns:a="http://schemas.openxmlformats.org/drawingml/2006/main" w="15873">
            <a:solidFill>
              <a:srgbClr val="5DB7AB"/>
            </a:solidFill>
          </a:ln>
        </p:spPr>
        <p:txBody>
          <a:bodyPr xmlns:a="http://schemas.openxmlformats.org/drawingml/2006/main" lIns="45719" rIns="45719"/>
          <a:lstStyle xmlns:a="http://schemas.openxmlformats.org/drawingml/2006/main"/>
          <a:p xmlns:a="http://schemas.openxmlformats.org/drawingml/2006/main">
            <a:endParaRPr/>
          </a:p>
        </p:txBody>
      </p:sp>
      <p:sp>
        <p:nvSpPr>
          <p:cNvPr id="80" name="object 5">
            <a:extLst xmlns:a="http://schemas.openxmlformats.org/drawingml/2006/main">
              <a:ext uri="{FF2B5EF4-FFF2-40B4-BE49-F238E27FC236}">
                <a16:creationId xmlns:a16="http://schemas.microsoft.com/office/drawing/2014/main" id="{B7410BB3-ED7F-406A-AA20-6906F427316A}"/>
              </a:ext>
            </a:extLst>
          </p:cNvPr>
          <p:cNvSpPr>
            <a:spLocks xmlns:a="http://schemas.openxmlformats.org/drawingml/2006/main" noGrp="1"/>
          </p:cNvSpPr>
          <p:nvPr/>
        </p:nvSpPr>
        <p:spPr>
          <a:xfrm xmlns:a="http://schemas.openxmlformats.org/drawingml/2006/main">
            <a:off x="9366250" y="5652296"/>
            <a:ext cx="1" cy="872218"/>
          </a:xfrm>
          <a:prstGeom xmlns:a="http://schemas.openxmlformats.org/drawingml/2006/main" prst="line">
            <a:avLst/>
          </a:prstGeom>
          <a:ln xmlns:a="http://schemas.openxmlformats.org/drawingml/2006/main" w="15873">
            <a:solidFill>
              <a:srgbClr val="EA2828"/>
            </a:solidFill>
          </a:ln>
        </p:spPr>
        <p:txBody>
          <a:bodyPr xmlns:a="http://schemas.openxmlformats.org/drawingml/2006/main" lIns="45719" rIns="45719"/>
          <a:lstStyle xmlns:a="http://schemas.openxmlformats.org/drawingml/2006/main"/>
          <a:p xmlns:a="http://schemas.openxmlformats.org/drawingml/2006/main">
            <a:endParaRPr/>
          </a:p>
        </p:txBody>
      </p:sp>
      <p:sp>
        <p:nvSpPr>
          <p:cNvPr id="81" name="object 6">
            <a:extLst xmlns:a="http://schemas.openxmlformats.org/drawingml/2006/main">
              <a:ext uri="{FF2B5EF4-FFF2-40B4-BE49-F238E27FC236}">
                <a16:creationId xmlns:a16="http://schemas.microsoft.com/office/drawing/2014/main" id="{804F1856-D3CD-42AD-A63E-9B02AE447626}"/>
              </a:ext>
            </a:extLst>
          </p:cNvPr>
          <p:cNvSpPr>
            <a:spLocks xmlns:a="http://schemas.openxmlformats.org/drawingml/2006/main" noGrp="1"/>
          </p:cNvSpPr>
          <p:nvPr/>
        </p:nvSpPr>
        <p:spPr>
          <a:xfrm xmlns:a="http://schemas.openxmlformats.org/drawingml/2006/main">
            <a:off x="9366250" y="6526971"/>
            <a:ext cx="1" cy="872218"/>
          </a:xfrm>
          <a:prstGeom xmlns:a="http://schemas.openxmlformats.org/drawingml/2006/main" prst="line">
            <a:avLst/>
          </a:prstGeom>
          <a:ln xmlns:a="http://schemas.openxmlformats.org/drawingml/2006/main" w="15873">
            <a:solidFill>
              <a:srgbClr val="FF5136"/>
            </a:solidFill>
          </a:ln>
        </p:spPr>
        <p:txBody>
          <a:bodyPr xmlns:a="http://schemas.openxmlformats.org/drawingml/2006/main" lIns="45719" rIns="45719"/>
          <a:lstStyle xmlns:a="http://schemas.openxmlformats.org/drawingml/2006/main"/>
          <a:p xmlns:a="http://schemas.openxmlformats.org/drawingml/2006/main">
            <a:endParaRPr/>
          </a:p>
        </p:txBody>
      </p:sp>
      <p:sp>
        <p:nvSpPr>
          <p:cNvPr id="82" name="object 7">
            <a:extLst xmlns:a="http://schemas.openxmlformats.org/drawingml/2006/main">
              <a:ext uri="{FF2B5EF4-FFF2-40B4-BE49-F238E27FC236}">
                <a16:creationId xmlns:a16="http://schemas.microsoft.com/office/drawing/2014/main" id="{A1F3B56D-DD60-4296-94E3-65BE0B2DEBED}"/>
              </a:ext>
            </a:extLst>
          </p:cNvPr>
          <p:cNvSpPr>
            <a:spLocks xmlns:a="http://schemas.openxmlformats.org/drawingml/2006/main" noGrp="1"/>
          </p:cNvSpPr>
          <p:nvPr/>
        </p:nvSpPr>
        <p:spPr>
          <a:xfrm xmlns:a="http://schemas.openxmlformats.org/drawingml/2006/main">
            <a:off x="9366250" y="7401645"/>
            <a:ext cx="1" cy="872218"/>
          </a:xfrm>
          <a:prstGeom xmlns:a="http://schemas.openxmlformats.org/drawingml/2006/main" prst="line">
            <a:avLst/>
          </a:prstGeom>
          <a:ln xmlns:a="http://schemas.openxmlformats.org/drawingml/2006/main" w="15873">
            <a:solidFill>
              <a:srgbClr val="F09C29"/>
            </a:solidFill>
          </a:ln>
        </p:spPr>
        <p:txBody>
          <a:bodyPr xmlns:a="http://schemas.openxmlformats.org/drawingml/2006/main" lIns="45719" rIns="45719"/>
          <a:lstStyle xmlns:a="http://schemas.openxmlformats.org/drawingml/2006/main"/>
          <a:p xmlns:a="http://schemas.openxmlformats.org/drawingml/2006/main">
            <a:endParaRPr/>
          </a:p>
        </p:txBody>
      </p:sp>
      <p:sp>
        <p:nvSpPr>
          <p:cNvPr id="83" name="Slide Number">
            <a:extLst xmlns:a="http://schemas.openxmlformats.org/drawingml/2006/main">
              <a:ext uri="{FF2B5EF4-FFF2-40B4-BE49-F238E27FC236}">
                <a16:creationId xmlns:a16="http://schemas.microsoft.com/office/drawing/2014/main" id="{90350D79-1DA0-4EED-A74D-C32419C0A900}"/>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2.xml><?xml version="1.0" encoding="utf-8"?>
<p:sldLayout xmlns:p="http://schemas.openxmlformats.org/presentationml/2006/main">
  <p:cSld name="Título y objetos">
    <p:spTree>
      <p:nvGrpSpPr>
        <p:cNvPr id="1" name=""/>
        <p:cNvGrpSpPr/>
        <p:nvPr/>
      </p:nvGrpSpPr>
      <p:grpSpPr>
        <a:xfrm xmlns:a="http://schemas.openxmlformats.org/drawingml/2006/main"/>
      </p:grpSpPr>
      <p:sp>
        <p:nvSpPr>
          <p:cNvPr id="90" name="Title Text">
            <a:extLst xmlns:a="http://schemas.openxmlformats.org/drawingml/2006/main">
              <a:ext uri="{FF2B5EF4-FFF2-40B4-BE49-F238E27FC236}">
                <a16:creationId xmlns:a16="http://schemas.microsoft.com/office/drawing/2014/main" id="{F5A2B588-115E-4832-94D4-CBFC1FFAAA25}"/>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 Text</a:t>
            </a:r>
          </a:p>
        </p:txBody>
      </p:sp>
      <p:sp>
        <p:nvSpPr>
          <p:cNvPr id="91" name="Body Level One…">
            <a:extLst xmlns:a="http://schemas.openxmlformats.org/drawingml/2006/main">
              <a:ext uri="{FF2B5EF4-FFF2-40B4-BE49-F238E27FC236}">
                <a16:creationId xmlns:a16="http://schemas.microsoft.com/office/drawing/2014/main" id="{41C7EF92-F329-4B10-9B22-4644F8581942}"/>
              </a:ext>
            </a:extLst>
          </p:cNvPr>
          <p:cNvSpPr>
            <a:spLocks xmlns:a="http://schemas.openxmlformats.org/drawingml/2006/main" noGrp="1"/>
          </p:cNvSpPr>
          <p:nvPr>
            <p:ph type="body"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92" name="Slide Number">
            <a:extLst xmlns:a="http://schemas.openxmlformats.org/drawingml/2006/main">
              <a:ext uri="{FF2B5EF4-FFF2-40B4-BE49-F238E27FC236}">
                <a16:creationId xmlns:a16="http://schemas.microsoft.com/office/drawing/2014/main" id="{305AE164-F771-416A-BA58-6D5DE9F34387}"/>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3.xml><?xml version="1.0" encoding="utf-8"?>
<p:sldLayout xmlns:p="http://schemas.openxmlformats.org/presentationml/2006/main">
  <p:cSld name="Encabezado de sección">
    <p:spTree>
      <p:nvGrpSpPr>
        <p:cNvPr id="1" name=""/>
        <p:cNvGrpSpPr/>
        <p:nvPr/>
      </p:nvGrpSpPr>
      <p:grpSpPr>
        <a:xfrm xmlns:a="http://schemas.openxmlformats.org/drawingml/2006/main"/>
      </p:grpSpPr>
      <p:sp>
        <p:nvSpPr>
          <p:cNvPr id="99" name="Title Text">
            <a:extLst xmlns:a="http://schemas.openxmlformats.org/drawingml/2006/main">
              <a:ext uri="{FF2B5EF4-FFF2-40B4-BE49-F238E27FC236}">
                <a16:creationId xmlns:a16="http://schemas.microsoft.com/office/drawing/2014/main" id="{F64FA458-BAA2-4E78-9FF1-CFA026CAF035}"/>
              </a:ext>
            </a:extLst>
          </p:cNvPr>
          <p:cNvSpPr>
            <a:spLocks xmlns:a="http://schemas.openxmlformats.org/drawingml/2006/main" noGrp="1"/>
          </p:cNvSpPr>
          <p:nvPr>
            <p:ph type="title" idx="0"/>
          </p:nvPr>
        </p:nvSpPr>
        <p:spPr>
          <a:xfrm xmlns:a="http://schemas.openxmlformats.org/drawingml/2006/main">
            <a:off x="1371600" y="3028950"/>
            <a:ext cx="17340263" cy="5053013"/>
          </a:xfrm>
          <a:prstGeom xmlns:a="http://schemas.openxmlformats.org/drawingml/2006/main" prst="rect">
            <a:avLst/>
          </a:prstGeom>
        </p:spPr>
        <p:txBody>
          <a:bodyPr xmlns:a="http://schemas.openxmlformats.org/drawingml/2006/main" anchor="b"/>
          <a:lstStyle xmlns:a="http://schemas.openxmlformats.org/drawingml/2006/main">
            <a:lvl1pPr>
              <a:buNone/>
              <a:defRPr sz="6000"/>
            </a:lvl1pPr>
          </a:lstStyle>
          <a:p xmlns:a="http://schemas.openxmlformats.org/drawingml/2006/main">
            <a:r>
              <a:t>Title Text</a:t>
            </a:r>
          </a:p>
        </p:txBody>
      </p:sp>
      <p:sp>
        <p:nvSpPr>
          <p:cNvPr id="100" name="Body Level One…">
            <a:extLst xmlns:a="http://schemas.openxmlformats.org/drawingml/2006/main">
              <a:ext uri="{FF2B5EF4-FFF2-40B4-BE49-F238E27FC236}">
                <a16:creationId xmlns:a16="http://schemas.microsoft.com/office/drawing/2014/main" id="{8CDC2289-1BAF-4A03-A99E-2ADDCA3651A7}"/>
              </a:ext>
            </a:extLst>
          </p:cNvPr>
          <p:cNvSpPr>
            <a:spLocks xmlns:a="http://schemas.openxmlformats.org/drawingml/2006/main" noGrp="1"/>
          </p:cNvSpPr>
          <p:nvPr>
            <p:ph type="body" idx="1"/>
          </p:nvPr>
        </p:nvSpPr>
        <p:spPr>
          <a:xfrm xmlns:a="http://schemas.openxmlformats.org/drawingml/2006/main">
            <a:off x="1371600" y="8129588"/>
            <a:ext cx="17340263" cy="2657476"/>
          </a:xfrm>
          <a:prstGeom xmlns:a="http://schemas.openxmlformats.org/drawingml/2006/main" prst="rect">
            <a:avLst/>
          </a:prstGeom>
        </p:spPr>
        <p:txBody>
          <a:bodyPr xmlns:a="http://schemas.openxmlformats.org/drawingml/2006/main"/>
          <a:lstStyle xmlns:a="http://schemas.openxmlformats.org/drawingml/2006/main">
            <a:lvl1pPr marL="0" indent="0">
              <a:buClrTx/>
              <a:buSzTx/>
              <a:buFontTx/>
              <a:buNone/>
              <a:defRPr sz="2400">
                <a:solidFill>
                  <a:srgbClr val="888888"/>
                </a:solidFill>
              </a:defRPr>
            </a:lvl1pPr>
            <a:lvl2pPr marL="0" indent="457200">
              <a:buClrTx/>
              <a:buSzTx/>
              <a:buFontTx/>
              <a:buNone/>
              <a:defRPr sz="2400">
                <a:solidFill>
                  <a:srgbClr val="888888"/>
                </a:solidFill>
              </a:defRPr>
            </a:lvl2pPr>
            <a:lvl3pPr marL="0" indent="914400">
              <a:buClrTx/>
              <a:buSzTx/>
              <a:buFontTx/>
              <a:buNone/>
              <a:defRPr sz="2400">
                <a:solidFill>
                  <a:srgbClr val="888888"/>
                </a:solidFill>
              </a:defRPr>
            </a:lvl3pPr>
            <a:lvl4pPr marL="0" indent="1371600">
              <a:buClrTx/>
              <a:buSzTx/>
              <a:buFontTx/>
              <a:buNone/>
              <a:defRPr sz="2400">
                <a:solidFill>
                  <a:srgbClr val="888888"/>
                </a:solidFill>
              </a:defRPr>
            </a:lvl4pPr>
            <a:lvl5pPr marL="0" indent="1828800">
              <a:buClrTx/>
              <a:buSzTx/>
              <a:buFontTx/>
              <a:buNone/>
              <a:defRPr sz="2400">
                <a:solidFill>
                  <a:srgbClr val="888888"/>
                </a:solidFill>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01" name="Slide Number">
            <a:extLst xmlns:a="http://schemas.openxmlformats.org/drawingml/2006/main">
              <a:ext uri="{FF2B5EF4-FFF2-40B4-BE49-F238E27FC236}">
                <a16:creationId xmlns:a16="http://schemas.microsoft.com/office/drawing/2014/main" id="{CABF2033-9E6F-4F6F-8793-BDF06754ADCB}"/>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4.xml><?xml version="1.0" encoding="utf-8"?>
<p:sldLayout xmlns:p="http://schemas.openxmlformats.org/presentationml/2006/main">
  <p:cSld name="Dos objetos">
    <p:spTree>
      <p:nvGrpSpPr>
        <p:cNvPr id="1" name=""/>
        <p:cNvGrpSpPr/>
        <p:nvPr/>
      </p:nvGrpSpPr>
      <p:grpSpPr>
        <a:xfrm xmlns:a="http://schemas.openxmlformats.org/drawingml/2006/main"/>
      </p:grpSpPr>
      <p:sp>
        <p:nvSpPr>
          <p:cNvPr id="108" name="Title Text">
            <a:extLst xmlns:a="http://schemas.openxmlformats.org/drawingml/2006/main">
              <a:ext uri="{FF2B5EF4-FFF2-40B4-BE49-F238E27FC236}">
                <a16:creationId xmlns:a16="http://schemas.microsoft.com/office/drawing/2014/main" id="{C0D2DD46-4DEB-439E-BDEA-3036508D2883}"/>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 Text</a:t>
            </a:r>
          </a:p>
        </p:txBody>
      </p:sp>
      <p:sp>
        <p:nvSpPr>
          <p:cNvPr id="109" name="Body Level One…">
            <a:extLst xmlns:a="http://schemas.openxmlformats.org/drawingml/2006/main">
              <a:ext uri="{FF2B5EF4-FFF2-40B4-BE49-F238E27FC236}">
                <a16:creationId xmlns:a16="http://schemas.microsoft.com/office/drawing/2014/main" id="{222DB3E6-16F2-4545-937A-7E7CD73FCBC8}"/>
              </a:ext>
            </a:extLst>
          </p:cNvPr>
          <p:cNvSpPr>
            <a:spLocks xmlns:a="http://schemas.openxmlformats.org/drawingml/2006/main" noGrp="1"/>
          </p:cNvSpPr>
          <p:nvPr>
            <p:ph type="body" idx="1"/>
          </p:nvPr>
        </p:nvSpPr>
        <p:spPr>
          <a:xfrm xmlns:a="http://schemas.openxmlformats.org/drawingml/2006/main">
            <a:off x="1382712" y="3233738"/>
            <a:ext cx="8593138" cy="7707312"/>
          </a:xfrm>
          <a:prstGeom xmlns:a="http://schemas.openxmlformats.org/drawingml/2006/main" prst="rect">
            <a:avLst/>
          </a:prstGeom>
        </p:spPr>
        <p:txBody>
          <a:bodyPr xmlns:a="http://schemas.openxmlformats.org/drawingml/2006/main"/>
          <a:lstStyle xmlns:a="http://schemas.openxmlformats.org/drawingml/2006/main">
            <a:lvl1pPr>
              <a:buNone/>
              <a:defRPr>
                <a:latin typeface="Avenir Book"/>
                <a:ea typeface="Avenir Book"/>
                <a:cs typeface="Avenir Book"/>
              </a:defRPr>
            </a:lvl1pPr>
            <a:lvl2pPr>
              <a:buNone/>
              <a:defRPr>
                <a:latin typeface="Avenir Book"/>
                <a:ea typeface="Avenir Book"/>
                <a:cs typeface="Avenir Book"/>
              </a:defRPr>
            </a:lvl2pPr>
            <a:lvl3pPr>
              <a:buNone/>
              <a:defRPr>
                <a:latin typeface="Avenir Book"/>
                <a:ea typeface="Avenir Book"/>
                <a:cs typeface="Avenir Book"/>
              </a:defRPr>
            </a:lvl3pPr>
            <a:lvl4pPr>
              <a:buNone/>
              <a:defRPr>
                <a:latin typeface="Avenir Book"/>
                <a:ea typeface="Avenir Book"/>
                <a:cs typeface="Avenir Book"/>
              </a:defRPr>
            </a:lvl4pPr>
            <a:lvl5pPr>
              <a:buNone/>
              <a:defRPr>
                <a:latin typeface="Avenir Book"/>
                <a:ea typeface="Avenir Book"/>
                <a:cs typeface="Avenir Book"/>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10" name="Slide Number">
            <a:extLst xmlns:a="http://schemas.openxmlformats.org/drawingml/2006/main">
              <a:ext uri="{FF2B5EF4-FFF2-40B4-BE49-F238E27FC236}">
                <a16:creationId xmlns:a16="http://schemas.microsoft.com/office/drawing/2014/main" id="{3E10B640-E0FF-45B1-95E1-757592797A32}"/>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5.xml><?xml version="1.0" encoding="utf-8"?>
<p:sldLayout xmlns:p="http://schemas.openxmlformats.org/presentationml/2006/main">
  <p:cSld name="Comparación">
    <p:spTree>
      <p:nvGrpSpPr>
        <p:cNvPr id="1" name=""/>
        <p:cNvGrpSpPr/>
        <p:nvPr/>
      </p:nvGrpSpPr>
      <p:grpSpPr>
        <a:xfrm xmlns:a="http://schemas.openxmlformats.org/drawingml/2006/main"/>
      </p:grpSpPr>
      <p:sp>
        <p:nvSpPr>
          <p:cNvPr id="117" name="Title Text">
            <a:extLst xmlns:a="http://schemas.openxmlformats.org/drawingml/2006/main">
              <a:ext uri="{FF2B5EF4-FFF2-40B4-BE49-F238E27FC236}">
                <a16:creationId xmlns:a16="http://schemas.microsoft.com/office/drawing/2014/main" id="{DE987AC3-FF30-4A8D-93CD-FA644E9ADEF3}"/>
              </a:ext>
            </a:extLst>
          </p:cNvPr>
          <p:cNvSpPr>
            <a:spLocks xmlns:a="http://schemas.openxmlformats.org/drawingml/2006/main" noGrp="1"/>
          </p:cNvSpPr>
          <p:nvPr>
            <p:ph type="title" idx="0"/>
          </p:nvPr>
        </p:nvSpPr>
        <p:spPr>
          <a:xfrm xmlns:a="http://schemas.openxmlformats.org/drawingml/2006/main">
            <a:off x="1384300" y="1184275"/>
            <a:ext cx="17340263" cy="18097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 Text</a:t>
            </a:r>
          </a:p>
        </p:txBody>
      </p:sp>
      <p:sp>
        <p:nvSpPr>
          <p:cNvPr id="118" name="Body Level One…">
            <a:extLst xmlns:a="http://schemas.openxmlformats.org/drawingml/2006/main">
              <a:ext uri="{FF2B5EF4-FFF2-40B4-BE49-F238E27FC236}">
                <a16:creationId xmlns:a16="http://schemas.microsoft.com/office/drawing/2014/main" id="{9F416144-DA9B-4358-A64F-AE6A69C4B6A0}"/>
              </a:ext>
            </a:extLst>
          </p:cNvPr>
          <p:cNvSpPr>
            <a:spLocks xmlns:a="http://schemas.openxmlformats.org/drawingml/2006/main" noGrp="1"/>
          </p:cNvSpPr>
          <p:nvPr>
            <p:ph type="body" idx="1"/>
          </p:nvPr>
        </p:nvSpPr>
        <p:spPr>
          <a:xfrm xmlns:a="http://schemas.openxmlformats.org/drawingml/2006/main">
            <a:off x="1384300" y="2978150"/>
            <a:ext cx="8505825" cy="1458913"/>
          </a:xfrm>
          <a:prstGeom xmlns:a="http://schemas.openxmlformats.org/drawingml/2006/main" prst="rect">
            <a:avLst/>
          </a:prstGeom>
        </p:spPr>
        <p:txBody>
          <a:bodyPr xmlns:a="http://schemas.openxmlformats.org/drawingml/2006/main" anchor="b"/>
          <a:lstStyle xmlns:a="http://schemas.openxmlformats.org/drawingml/2006/main">
            <a:lvl1pPr marL="0" indent="0">
              <a:buClrTx/>
              <a:buSzTx/>
              <a:buFontTx/>
              <a:buNone/>
              <a:defRPr sz="2400">
                <a:latin typeface="Avenir Book"/>
                <a:ea typeface="Avenir Book"/>
                <a:cs typeface="Avenir Book"/>
              </a:defRPr>
            </a:lvl1pPr>
            <a:lvl2pPr marL="0" indent="457200">
              <a:buClrTx/>
              <a:buSzTx/>
              <a:buFontTx/>
              <a:buNone/>
              <a:defRPr sz="2400">
                <a:latin typeface="Avenir Book"/>
                <a:ea typeface="Avenir Book"/>
                <a:cs typeface="Avenir Book"/>
              </a:defRPr>
            </a:lvl2pPr>
            <a:lvl3pPr marL="0" indent="914400">
              <a:buClrTx/>
              <a:buSzTx/>
              <a:buFontTx/>
              <a:buNone/>
              <a:defRPr sz="2400">
                <a:latin typeface="Avenir Book"/>
                <a:ea typeface="Avenir Book"/>
                <a:cs typeface="Avenir Book"/>
              </a:defRPr>
            </a:lvl3pPr>
            <a:lvl4pPr marL="0" indent="1371600">
              <a:buClrTx/>
              <a:buSzTx/>
              <a:buFontTx/>
              <a:buNone/>
              <a:defRPr sz="2400">
                <a:latin typeface="Avenir Book"/>
                <a:ea typeface="Avenir Book"/>
                <a:cs typeface="Avenir Book"/>
              </a:defRPr>
            </a:lvl4pPr>
            <a:lvl5pPr marL="0" indent="1828800">
              <a:buClrTx/>
              <a:buSzTx/>
              <a:buFontTx/>
              <a:buNone/>
              <a:defRPr sz="2400">
                <a:latin typeface="Avenir Book"/>
                <a:ea typeface="Avenir Book"/>
                <a:cs typeface="Avenir Book"/>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19" name="Marcador de texto 4">
            <a:extLst xmlns:a="http://schemas.openxmlformats.org/drawingml/2006/main">
              <a:ext uri="{FF2B5EF4-FFF2-40B4-BE49-F238E27FC236}">
                <a16:creationId xmlns:a16="http://schemas.microsoft.com/office/drawing/2014/main" id="{FFFAA624-636E-4D98-B593-00F9D821445F}"/>
              </a:ext>
            </a:extLst>
          </p:cNvPr>
          <p:cNvSpPr>
            <a:spLocks xmlns:a="http://schemas.openxmlformats.org/drawingml/2006/main" noGrp="1"/>
          </p:cNvSpPr>
          <p:nvPr>
            <p:ph type="body" idx="21"/>
          </p:nvPr>
        </p:nvSpPr>
        <p:spPr>
          <a:xfrm xmlns:a="http://schemas.openxmlformats.org/drawingml/2006/main">
            <a:off x="10177463" y="2978150"/>
            <a:ext cx="8547101" cy="1458913"/>
          </a:xfrm>
          <a:prstGeom xmlns:a="http://schemas.openxmlformats.org/drawingml/2006/main" prst="rect">
            <a:avLst/>
          </a:prstGeom>
        </p:spPr>
        <p:txBody>
          <a:bodyPr xmlns:a="http://schemas.openxmlformats.org/drawingml/2006/main" anchor="b"/>
          <a:lstStyle xmlns:a="http://schemas.openxmlformats.org/drawingml/2006/main"/>
          <a:p xmlns:a="http://schemas.openxmlformats.org/drawingml/2006/main">
            <a:pPr marL="0" indent="0">
              <a:buClrTx/>
              <a:buSzTx/>
              <a:buFontTx/>
              <a:buNone/>
              <a:defRPr sz="2400" b="1">
                <a:latin typeface="+mj-lt"/>
                <a:ea typeface="+mj-lt"/>
                <a:cs typeface="+mj-lt"/>
              </a:defRPr>
            </a:pPr>
            <a:endParaRPr/>
          </a:p>
        </p:txBody>
      </p:sp>
      <p:sp>
        <p:nvSpPr>
          <p:cNvPr id="120" name="Slide Number">
            <a:extLst xmlns:a="http://schemas.openxmlformats.org/drawingml/2006/main">
              <a:ext uri="{FF2B5EF4-FFF2-40B4-BE49-F238E27FC236}">
                <a16:creationId xmlns:a16="http://schemas.microsoft.com/office/drawing/2014/main" id="{1A496E4A-80B5-4599-B800-5369D0ABC8F3}"/>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6.xml><?xml version="1.0" encoding="utf-8"?>
<p:sldLayout xmlns:p="http://schemas.openxmlformats.org/presentationml/2006/main">
  <p:cSld name="Solo el título">
    <p:spTree>
      <p:nvGrpSpPr>
        <p:cNvPr id="1" name=""/>
        <p:cNvGrpSpPr/>
        <p:nvPr/>
      </p:nvGrpSpPr>
      <p:grpSpPr>
        <a:xfrm xmlns:a="http://schemas.openxmlformats.org/drawingml/2006/main"/>
      </p:grpSpPr>
      <p:sp>
        <p:nvSpPr>
          <p:cNvPr id="127" name="Title Text">
            <a:extLst xmlns:a="http://schemas.openxmlformats.org/drawingml/2006/main">
              <a:ext uri="{FF2B5EF4-FFF2-40B4-BE49-F238E27FC236}">
                <a16:creationId xmlns:a16="http://schemas.microsoft.com/office/drawing/2014/main" id="{4FAD7860-0915-4A97-BA19-CED02B6456FA}"/>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Title Text</a:t>
            </a:r>
          </a:p>
        </p:txBody>
      </p:sp>
      <p:sp>
        <p:nvSpPr>
          <p:cNvPr id="128" name="Slide Number">
            <a:extLst xmlns:a="http://schemas.openxmlformats.org/drawingml/2006/main">
              <a:ext uri="{FF2B5EF4-FFF2-40B4-BE49-F238E27FC236}">
                <a16:creationId xmlns:a16="http://schemas.microsoft.com/office/drawing/2014/main" id="{E2C45382-9B75-4A9F-BE41-3E406AE30D61}"/>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7.xml><?xml version="1.0" encoding="utf-8"?>
<p:sldLayout xmlns:p="http://schemas.openxmlformats.org/presentationml/2006/main">
  <p:cSld name="En blanco">
    <p:spTree>
      <p:nvGrpSpPr>
        <p:cNvPr id="1" name=""/>
        <p:cNvGrpSpPr/>
        <p:nvPr/>
      </p:nvGrpSpPr>
      <p:grpSpPr>
        <a:xfrm xmlns:a="http://schemas.openxmlformats.org/drawingml/2006/main"/>
      </p:grpSpPr>
      <p:sp>
        <p:nvSpPr>
          <p:cNvPr id="135" name="Slide Number">
            <a:extLst xmlns:a="http://schemas.openxmlformats.org/drawingml/2006/main">
              <a:ext uri="{FF2B5EF4-FFF2-40B4-BE49-F238E27FC236}">
                <a16:creationId xmlns:a16="http://schemas.microsoft.com/office/drawing/2014/main" id="{E9EA672D-B082-4758-8B59-8ADB7868AF39}"/>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8.xml><?xml version="1.0" encoding="utf-8"?>
<p:sldLayout xmlns:p="http://schemas.openxmlformats.org/presentationml/2006/main">
  <p:cSld name="Contenido con título">
    <p:spTree>
      <p:nvGrpSpPr>
        <p:cNvPr id="1" name=""/>
        <p:cNvGrpSpPr/>
        <p:nvPr/>
      </p:nvGrpSpPr>
      <p:grpSpPr>
        <a:xfrm xmlns:a="http://schemas.openxmlformats.org/drawingml/2006/main"/>
      </p:grpSpPr>
      <p:sp>
        <p:nvSpPr>
          <p:cNvPr id="142" name="Title Text">
            <a:extLst xmlns:a="http://schemas.openxmlformats.org/drawingml/2006/main">
              <a:ext uri="{FF2B5EF4-FFF2-40B4-BE49-F238E27FC236}">
                <a16:creationId xmlns:a16="http://schemas.microsoft.com/office/drawing/2014/main" id="{88655C6D-6C5F-4515-B8AA-CBC88C299AC9}"/>
              </a:ext>
            </a:extLst>
          </p:cNvPr>
          <p:cNvSpPr>
            <a:spLocks xmlns:a="http://schemas.openxmlformats.org/drawingml/2006/main" noGrp="1"/>
          </p:cNvSpPr>
          <p:nvPr>
            <p:ph type="title" idx="0"/>
          </p:nvPr>
        </p:nvSpPr>
        <p:spPr>
          <a:xfrm xmlns:a="http://schemas.openxmlformats.org/drawingml/2006/main">
            <a:off x="1384300" y="1120775"/>
            <a:ext cx="6484938" cy="252412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Title Text</a:t>
            </a:r>
          </a:p>
        </p:txBody>
      </p:sp>
      <p:sp>
        <p:nvSpPr>
          <p:cNvPr id="143" name="Body Level One…">
            <a:extLst xmlns:a="http://schemas.openxmlformats.org/drawingml/2006/main">
              <a:ext uri="{FF2B5EF4-FFF2-40B4-BE49-F238E27FC236}">
                <a16:creationId xmlns:a16="http://schemas.microsoft.com/office/drawing/2014/main" id="{0217910B-7740-4B02-8074-B9BA0EC0354D}"/>
              </a:ext>
            </a:extLst>
          </p:cNvPr>
          <p:cNvSpPr>
            <a:spLocks xmlns:a="http://schemas.openxmlformats.org/drawingml/2006/main" noGrp="1"/>
          </p:cNvSpPr>
          <p:nvPr>
            <p:ph type="body" idx="1"/>
          </p:nvPr>
        </p:nvSpPr>
        <p:spPr>
          <a:xfrm xmlns:a="http://schemas.openxmlformats.org/drawingml/2006/main">
            <a:off x="8547100" y="1749425"/>
            <a:ext cx="10177464" cy="8632825"/>
          </a:xfrm>
          <a:prstGeom xmlns:a="http://schemas.openxmlformats.org/drawingml/2006/main" prst="rect">
            <a:avLst/>
          </a:prstGeom>
        </p:spPr>
        <p:txBody>
          <a:bodyPr xmlns:a="http://schemas.openxmlformats.org/drawingml/2006/main"/>
          <a:lstStyle xmlns:a="http://schemas.openxmlformats.org/drawingml/2006/main">
            <a:lvl1pPr>
              <a:buNone/>
              <a:defRPr sz="3200"/>
            </a:lvl1pPr>
            <a:lvl2pPr marL="718457" indent="-261257">
              <a:buNone/>
              <a:defRPr sz="3200"/>
            </a:lvl2pPr>
            <a:lvl3pPr marL="1219200" indent="-304800">
              <a:buNone/>
              <a:defRPr sz="3200"/>
            </a:lvl3pPr>
            <a:lvl4pPr marL="1737360" indent="-365760">
              <a:buNone/>
              <a:defRPr sz="3200"/>
            </a:lvl4pPr>
            <a:lvl5pPr marL="2194560" indent="-365760">
              <a:buNone/>
              <a:defRPr sz="3200"/>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44" name="Marcador de texto 3">
            <a:extLst xmlns:a="http://schemas.openxmlformats.org/drawingml/2006/main">
              <a:ext uri="{FF2B5EF4-FFF2-40B4-BE49-F238E27FC236}">
                <a16:creationId xmlns:a16="http://schemas.microsoft.com/office/drawing/2014/main" id="{8510D9DA-9C77-464D-A18D-6A1CAD548932}"/>
              </a:ext>
            </a:extLst>
          </p:cNvPr>
          <p:cNvSpPr>
            <a:spLocks xmlns:a="http://schemas.openxmlformats.org/drawingml/2006/main" noGrp="1"/>
          </p:cNvSpPr>
          <p:nvPr>
            <p:ph type="body" idx="21"/>
          </p:nvPr>
        </p:nvSpPr>
        <p:spPr>
          <a:xfrm xmlns:a="http://schemas.openxmlformats.org/drawingml/2006/main">
            <a:off x="1384299" y="3644900"/>
            <a:ext cx="6484940" cy="6750050"/>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pPr marL="0" indent="0">
              <a:buClrTx/>
              <a:buSzTx/>
              <a:buFontTx/>
              <a:buNone/>
              <a:defRPr sz="1600">
                <a:latin typeface="+mj-lt"/>
                <a:ea typeface="+mj-lt"/>
                <a:cs typeface="+mj-lt"/>
              </a:defRPr>
            </a:pPr>
            <a:endParaRPr/>
          </a:p>
        </p:txBody>
      </p:sp>
      <p:sp>
        <p:nvSpPr>
          <p:cNvPr id="145" name="Slide Number">
            <a:extLst xmlns:a="http://schemas.openxmlformats.org/drawingml/2006/main">
              <a:ext uri="{FF2B5EF4-FFF2-40B4-BE49-F238E27FC236}">
                <a16:creationId xmlns:a16="http://schemas.microsoft.com/office/drawing/2014/main" id="{3B95C2EC-5414-44FD-8B8C-8F62CF7FE10F}"/>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9.xml><?xml version="1.0" encoding="utf-8"?>
<p:sldLayout xmlns:p="http://schemas.openxmlformats.org/presentationml/2006/main">
  <p:cSld name="Imagen con título">
    <p:spTree>
      <p:nvGrpSpPr>
        <p:cNvPr id="1" name=""/>
        <p:cNvGrpSpPr/>
        <p:nvPr/>
      </p:nvGrpSpPr>
      <p:grpSpPr>
        <a:xfrm xmlns:a="http://schemas.openxmlformats.org/drawingml/2006/main"/>
      </p:grpSpPr>
      <p:sp>
        <p:nvSpPr>
          <p:cNvPr id="152" name="Title Text">
            <a:extLst xmlns:a="http://schemas.openxmlformats.org/drawingml/2006/main">
              <a:ext uri="{FF2B5EF4-FFF2-40B4-BE49-F238E27FC236}">
                <a16:creationId xmlns:a16="http://schemas.microsoft.com/office/drawing/2014/main" id="{1403BAB7-7CC2-41C1-8058-05F50085CEDB}"/>
              </a:ext>
            </a:extLst>
          </p:cNvPr>
          <p:cNvSpPr>
            <a:spLocks xmlns:a="http://schemas.openxmlformats.org/drawingml/2006/main" noGrp="1"/>
          </p:cNvSpPr>
          <p:nvPr>
            <p:ph type="title" idx="0"/>
          </p:nvPr>
        </p:nvSpPr>
        <p:spPr>
          <a:xfrm xmlns:a="http://schemas.openxmlformats.org/drawingml/2006/main">
            <a:off x="1384300" y="809625"/>
            <a:ext cx="6484938" cy="2835275"/>
          </a:xfrm>
          <a:prstGeom xmlns:a="http://schemas.openxmlformats.org/drawingml/2006/main" prst="rect">
            <a:avLst/>
          </a:prstGeom>
        </p:spPr>
        <p:txBody>
          <a:bodyPr xmlns:a="http://schemas.openxmlformats.org/drawingml/2006/main" anchor="b"/>
          <a:lstStyle xmlns:a="http://schemas.openxmlformats.org/drawingml/2006/main">
            <a:lvl1pPr>
              <a:buNone/>
              <a:defRPr sz="3200"/>
            </a:lvl1pPr>
          </a:lstStyle>
          <a:p xmlns:a="http://schemas.openxmlformats.org/drawingml/2006/main">
            <a:r>
              <a:t>Title Text</a:t>
            </a:r>
          </a:p>
        </p:txBody>
      </p:sp>
      <p:sp>
        <p:nvSpPr>
          <p:cNvPr id="153" name="Marcador de posición de imagen 2">
            <a:extLst xmlns:a="http://schemas.openxmlformats.org/drawingml/2006/main">
              <a:ext uri="{FF2B5EF4-FFF2-40B4-BE49-F238E27FC236}">
                <a16:creationId xmlns:a16="http://schemas.microsoft.com/office/drawing/2014/main" id="{AA1C0C73-7C25-4A1B-81C3-2B2895A0AB67}"/>
              </a:ext>
            </a:extLst>
          </p:cNvPr>
          <p:cNvSpPr>
            <a:spLocks xmlns:a="http://schemas.openxmlformats.org/drawingml/2006/main" noGrp="1"/>
          </p:cNvSpPr>
          <p:nvPr>
            <p:ph type="pic" idx="21"/>
          </p:nvPr>
        </p:nvSpPr>
        <p:spPr>
          <a:xfrm xmlns:a="http://schemas.openxmlformats.org/drawingml/2006/main">
            <a:off x="8547100" y="1749425"/>
            <a:ext cx="10177464" cy="8632825"/>
          </a:xfrm>
          <a:prstGeom xmlns:a="http://schemas.openxmlformats.org/drawingml/2006/main" prst="rect">
            <a:avLst/>
          </a:prstGeom>
        </p:spPr>
        <p:txBody>
          <a:bodyPr xmlns:a="http://schemas.openxmlformats.org/drawingml/2006/main" lIns="91439" rIns="91439">
            <a:noAutofit/>
          </a:bodyPr>
          <a:lstStyle xmlns:a="http://schemas.openxmlformats.org/drawingml/2006/main"/>
          <a:p xmlns:a="http://schemas.openxmlformats.org/drawingml/2006/main">
            <a:endParaRPr/>
          </a:p>
        </p:txBody>
      </p:sp>
      <p:sp>
        <p:nvSpPr>
          <p:cNvPr id="154" name="Body Level One…">
            <a:extLst xmlns:a="http://schemas.openxmlformats.org/drawingml/2006/main">
              <a:ext uri="{FF2B5EF4-FFF2-40B4-BE49-F238E27FC236}">
                <a16:creationId xmlns:a16="http://schemas.microsoft.com/office/drawing/2014/main" id="{0CB3556E-3CB1-4F5A-9ECA-8BB409ED333A}"/>
              </a:ext>
            </a:extLst>
          </p:cNvPr>
          <p:cNvSpPr>
            <a:spLocks xmlns:a="http://schemas.openxmlformats.org/drawingml/2006/main" noGrp="1"/>
          </p:cNvSpPr>
          <p:nvPr>
            <p:ph type="body" idx="1"/>
          </p:nvPr>
        </p:nvSpPr>
        <p:spPr>
          <a:xfrm xmlns:a="http://schemas.openxmlformats.org/drawingml/2006/main">
            <a:off x="1384300" y="3644900"/>
            <a:ext cx="6484938" cy="6750050"/>
          </a:xfrm>
          <a:prstGeom xmlns:a="http://schemas.openxmlformats.org/drawingml/2006/main" prst="rect">
            <a:avLst/>
          </a:prstGeom>
        </p:spPr>
        <p:txBody>
          <a:bodyPr xmlns:a="http://schemas.openxmlformats.org/drawingml/2006/main"/>
          <a:lstStyle xmlns:a="http://schemas.openxmlformats.org/drawingml/2006/main">
            <a:lvl1pPr marL="0" indent="0">
              <a:buClrTx/>
              <a:buSzTx/>
              <a:buFontTx/>
              <a:buNone/>
              <a:defRPr sz="1600"/>
            </a:lvl1pPr>
            <a:lvl2pPr marL="0" indent="457200">
              <a:buClrTx/>
              <a:buSzTx/>
              <a:buFontTx/>
              <a:buNone/>
              <a:defRPr sz="1600"/>
            </a:lvl2pPr>
            <a:lvl3pPr marL="0" indent="914400">
              <a:buClrTx/>
              <a:buSzTx/>
              <a:buFontTx/>
              <a:buNone/>
              <a:defRPr sz="1600"/>
            </a:lvl3pPr>
            <a:lvl4pPr marL="0" indent="1371600">
              <a:buClrTx/>
              <a:buSzTx/>
              <a:buFontTx/>
              <a:buNone/>
              <a:defRPr sz="1600"/>
            </a:lvl4pPr>
            <a:lvl5pPr marL="0" indent="1828800">
              <a:buClrTx/>
              <a:buSzTx/>
              <a:buFontTx/>
              <a:buNone/>
              <a:defRPr sz="1600"/>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55" name="Slide Number">
            <a:extLst xmlns:a="http://schemas.openxmlformats.org/drawingml/2006/main">
              <a:ext uri="{FF2B5EF4-FFF2-40B4-BE49-F238E27FC236}">
                <a16:creationId xmlns:a16="http://schemas.microsoft.com/office/drawing/2014/main" id="{1AAE6BF0-87C4-4BE9-AA41-8A65272FCF0F}"/>
              </a:ext>
            </a:extLst>
          </p:cNvPr>
          <p:cNvSpPr>
            <a:spLocks xmlns:a="http://schemas.openxmlformats.org/drawingml/2006/main" noGrp="1"/>
          </p:cNvSpPr>
          <p:nvPr>
            <p:ph type="sldNum"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10.xml><?xml version="1.0" encoding="utf-8"?>
<p:sldLayout xmlns:p="http://schemas.openxmlformats.org/presentationml/2006/main">
  <p:cSld name="Title and Content">
    <p:spTree>
      <p:nvGrpSpPr>
        <p:cNvPr id="1" name=""/>
        <p:cNvGrpSpPr/>
        <p:nvPr/>
      </p:nvGrpSpPr>
      <p:grpSpPr>
        <a:xfrm xmlns:a="http://schemas.openxmlformats.org/drawingml/2006/main"/>
      </p:grpSpPr>
      <p:sp>
        <p:nvSpPr>
          <p:cNvPr id="162" name="Body Level One…">
            <a:extLst xmlns:a="http://schemas.openxmlformats.org/drawingml/2006/main">
              <a:ext uri="{FF2B5EF4-FFF2-40B4-BE49-F238E27FC236}">
                <a16:creationId xmlns:a16="http://schemas.microsoft.com/office/drawing/2014/main" id="{88DD2E0F-B59B-45A3-9D0C-3567739041D3}"/>
              </a:ext>
            </a:extLst>
          </p:cNvPr>
          <p:cNvSpPr>
            <a:spLocks xmlns:a="http://schemas.openxmlformats.org/drawingml/2006/main" noGrp="1"/>
          </p:cNvSpPr>
          <p:nvPr>
            <p:ph type="body" idx="1"/>
          </p:nvPr>
        </p:nvSpPr>
        <p:spPr>
          <a:xfrm xmlns:a="http://schemas.openxmlformats.org/drawingml/2006/main">
            <a:off x="2102291" y="2268740"/>
            <a:ext cx="15899517" cy="5430522"/>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63" name="Slide Number">
            <a:extLst xmlns:a="http://schemas.openxmlformats.org/drawingml/2006/main">
              <a:ext uri="{FF2B5EF4-FFF2-40B4-BE49-F238E27FC236}">
                <a16:creationId xmlns:a16="http://schemas.microsoft.com/office/drawing/2014/main" id="{7B5616EF-79D5-444E-81FF-2699104E4903}"/>
              </a:ext>
            </a:extLst>
          </p:cNvPr>
          <p:cNvSpPr>
            <a:spLocks xmlns:a="http://schemas.openxmlformats.org/drawingml/2006/main" noGrp="1"/>
          </p:cNvSpPr>
          <p:nvPr>
            <p:ph type="sldNum" idx="2"/>
          </p:nvPr>
        </p:nvSpPr>
        <p:spPr>
          <a:xfrm xmlns:a="http://schemas.openxmlformats.org/drawingml/2006/main">
            <a:off x="18539172" y="11495992"/>
            <a:ext cx="182216" cy="17281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fld id="{86CB4B4D-7CA3-9044-876B-883B54F8677D}" type="slidenum">
              <a:t>‹Nº›</a:t>
            </a:fld>
            <a:endParaRPr/>
          </a:p>
        </p:txBody>
      </p:sp>
    </p:spTree>
  </p:cSld>
</p:sldLayout>
</file>

<file path=ppt/slideLayouts/slideLayout11.xml><?xml version="1.0" encoding="utf-8"?>
<p:sldLayout xmlns:p="http://schemas.openxmlformats.org/presentationml/2006/main">
  <p:cSld name="Two Content">
    <p:spTree>
      <p:nvGrpSpPr>
        <p:cNvPr id="1" name=""/>
        <p:cNvGrpSpPr/>
        <p:nvPr/>
      </p:nvGrpSpPr>
      <p:grpSpPr>
        <a:xfrm xmlns:a="http://schemas.openxmlformats.org/drawingml/2006/main"/>
      </p:grpSpPr>
      <p:sp>
        <p:nvSpPr>
          <p:cNvPr id="170" name="Body Level One…">
            <a:extLst xmlns:a="http://schemas.openxmlformats.org/drawingml/2006/main">
              <a:ext uri="{FF2B5EF4-FFF2-40B4-BE49-F238E27FC236}">
                <a16:creationId xmlns:a16="http://schemas.microsoft.com/office/drawing/2014/main" id="{7111FE1D-8D31-4CEE-8688-51F10BD00006}"/>
              </a:ext>
            </a:extLst>
          </p:cNvPr>
          <p:cNvSpPr>
            <a:spLocks xmlns:a="http://schemas.openxmlformats.org/drawingml/2006/main" noGrp="1"/>
          </p:cNvSpPr>
          <p:nvPr>
            <p:ph type="body" idx="1"/>
          </p:nvPr>
        </p:nvSpPr>
        <p:spPr>
          <a:xfrm xmlns:a="http://schemas.openxmlformats.org/drawingml/2006/main">
            <a:off x="1005205" y="2793936"/>
            <a:ext cx="8745285" cy="8017383"/>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171" name="Slide Number">
            <a:extLst xmlns:a="http://schemas.openxmlformats.org/drawingml/2006/main">
              <a:ext uri="{FF2B5EF4-FFF2-40B4-BE49-F238E27FC236}">
                <a16:creationId xmlns:a16="http://schemas.microsoft.com/office/drawing/2014/main" id="{92F8BB6A-72C1-47EA-BC18-5AFBBFC588D9}"/>
              </a:ext>
            </a:extLst>
          </p:cNvPr>
          <p:cNvSpPr>
            <a:spLocks xmlns:a="http://schemas.openxmlformats.org/drawingml/2006/main" noGrp="1"/>
          </p:cNvSpPr>
          <p:nvPr>
            <p:ph type="sldNum" idx="2"/>
          </p:nvPr>
        </p:nvSpPr>
        <p:spPr>
          <a:xfrm xmlns:a="http://schemas.openxmlformats.org/drawingml/2006/main">
            <a:off x="18539172" y="11495992"/>
            <a:ext cx="182216" cy="172816"/>
          </a:xfrm>
          <a:prstGeom xmlns:a="http://schemas.openxmlformats.org/drawingml/2006/main" prst="rect">
            <a:avLst/>
          </a:prstGeom>
        </p:spPr>
        <p:txBody>
          <a:bodyPr xmlns:a="http://schemas.openxmlformats.org/drawingml/2006/main" lIns="0" tIns="0" rIns="0" bIns="0"/>
          <a:lstStyle xmlns:a="http://schemas.openxmlformats.org/drawingml/2006/main"/>
          <a:p xmlns:a="http://schemas.openxmlformats.org/drawingml/2006/main">
            <a:fld id="{86CB4B4D-7CA3-9044-876B-883B54F8677D}" type="slidenum">
              <a:t>‹Nº›</a:t>
            </a:fld>
            <a:endParaRPr/>
          </a:p>
        </p:txBody>
      </p:sp>
    </p:spTree>
  </p:cSld>
</p:sldLayout>
</file>

<file path=ppt/slideLayouts/slideLayout12.xml><?xml version="1.0" encoding="utf-8"?>
<p:sldLayout xmlns:p="http://schemas.openxmlformats.org/presentationml/2006/main" showMasterSp="0">
  <p:cSld name="Diseño personalizado">
    <p:spTree>
      <p:nvGrpSpPr>
        <p:cNvPr id="1" name=""/>
        <p:cNvGrpSpPr/>
        <p:nvPr/>
      </p:nvGrpSpPr>
      <p:grpSpPr>
        <a:xfrm xmlns:a="http://schemas.openxmlformats.org/drawingml/2006/main"/>
      </p:grpSpPr>
      <p:sp>
        <p:nvSpPr>
          <p:cNvPr id="178" name="object 2">
            <a:extLst xmlns:a="http://schemas.openxmlformats.org/drawingml/2006/main">
              <a:ext uri="{FF2B5EF4-FFF2-40B4-BE49-F238E27FC236}">
                <a16:creationId xmlns:a16="http://schemas.microsoft.com/office/drawing/2014/main" id="{B797129D-9E71-4224-AB59-37F68CE0E2A2}"/>
              </a:ext>
            </a:extLst>
          </p:cNvPr>
          <p:cNvSpPr>
            <a:spLocks xmlns:a="http://schemas.openxmlformats.org/drawingml/2006/main" noGrp="1"/>
          </p:cNvSpPr>
          <p:nvPr/>
        </p:nvSpPr>
        <p:spPr>
          <a:xfrm xmlns:a="http://schemas.openxmlformats.org/drawingml/2006/main">
            <a:off x="0" y="3893"/>
            <a:ext cx="20104100" cy="12141201"/>
          </a:xfrm>
          <a:prstGeom xmlns:a="http://schemas.openxmlformats.org/drawingml/2006/main" prst="rect">
            <a:avLst/>
          </a:prstGeom>
          <a:solidFill xmlns:a="http://schemas.openxmlformats.org/drawingml/2006/main">
            <a:srgbClr val="342175"/>
          </a:solidFill>
          <a:ln xmlns:a="http://schemas.openxmlformats.org/drawingml/2006/main" w="12700"/>
        </p:spPr>
        <p:txBody>
          <a:bodyPr xmlns:a="http://schemas.openxmlformats.org/drawingml/2006/main" lIns="45719" rIns="45719"/>
          <a:lstStyle xmlns:a="http://schemas.openxmlformats.org/drawingml/2006/main"/>
          <a:p xmlns:a="http://schemas.openxmlformats.org/drawingml/2006/main">
            <a:endParaRPr/>
          </a:p>
        </p:txBody>
      </p:sp>
      <p:sp>
        <p:nvSpPr>
          <p:cNvPr id="179" name="object 4">
            <a:extLst xmlns:a="http://schemas.openxmlformats.org/drawingml/2006/main">
              <a:ext uri="{FF2B5EF4-FFF2-40B4-BE49-F238E27FC236}">
                <a16:creationId xmlns:a16="http://schemas.microsoft.com/office/drawing/2014/main" id="{A71BCD05-1E00-43EB-8DAC-065AEFA89CEE}"/>
              </a:ext>
            </a:extLst>
          </p:cNvPr>
          <p:cNvSpPr>
            <a:spLocks xmlns:a="http://schemas.openxmlformats.org/drawingml/2006/main" noGrp="1"/>
          </p:cNvSpPr>
          <p:nvPr/>
        </p:nvSpPr>
        <p:spPr>
          <a:xfrm xmlns:a="http://schemas.openxmlformats.org/drawingml/2006/main">
            <a:off x="10312120" y="3935531"/>
            <a:ext cx="1" cy="872219"/>
          </a:xfrm>
          <a:prstGeom xmlns:a="http://schemas.openxmlformats.org/drawingml/2006/main" prst="line">
            <a:avLst/>
          </a:prstGeom>
          <a:ln xmlns:a="http://schemas.openxmlformats.org/drawingml/2006/main" w="4392">
            <a:solidFill>
              <a:srgbClr val="009ABA"/>
            </a:solidFill>
          </a:ln>
        </p:spPr>
        <p:txBody>
          <a:bodyPr xmlns:a="http://schemas.openxmlformats.org/drawingml/2006/main" lIns="45719" rIns="45719"/>
          <a:lstStyle xmlns:a="http://schemas.openxmlformats.org/drawingml/2006/main"/>
          <a:p xmlns:a="http://schemas.openxmlformats.org/drawingml/2006/main">
            <a:endParaRPr/>
          </a:p>
        </p:txBody>
      </p:sp>
      <p:sp>
        <p:nvSpPr>
          <p:cNvPr id="180" name="object 5">
            <a:extLst xmlns:a="http://schemas.openxmlformats.org/drawingml/2006/main">
              <a:ext uri="{FF2B5EF4-FFF2-40B4-BE49-F238E27FC236}">
                <a16:creationId xmlns:a16="http://schemas.microsoft.com/office/drawing/2014/main" id="{8D87B443-915D-478B-8E1A-4241626760E7}"/>
              </a:ext>
            </a:extLst>
          </p:cNvPr>
          <p:cNvSpPr>
            <a:spLocks xmlns:a="http://schemas.openxmlformats.org/drawingml/2006/main" noGrp="1"/>
          </p:cNvSpPr>
          <p:nvPr/>
        </p:nvSpPr>
        <p:spPr>
          <a:xfrm xmlns:a="http://schemas.openxmlformats.org/drawingml/2006/main">
            <a:off x="10312120" y="4810207"/>
            <a:ext cx="1" cy="872209"/>
          </a:xfrm>
          <a:prstGeom xmlns:a="http://schemas.openxmlformats.org/drawingml/2006/main" prst="line">
            <a:avLst/>
          </a:prstGeom>
          <a:ln xmlns:a="http://schemas.openxmlformats.org/drawingml/2006/main" w="4392">
            <a:solidFill>
              <a:srgbClr val="5DB7AB"/>
            </a:solidFill>
          </a:ln>
        </p:spPr>
        <p:txBody>
          <a:bodyPr xmlns:a="http://schemas.openxmlformats.org/drawingml/2006/main" lIns="45719" rIns="45719"/>
          <a:lstStyle xmlns:a="http://schemas.openxmlformats.org/drawingml/2006/main"/>
          <a:p xmlns:a="http://schemas.openxmlformats.org/drawingml/2006/main">
            <a:endParaRPr/>
          </a:p>
        </p:txBody>
      </p:sp>
      <p:sp>
        <p:nvSpPr>
          <p:cNvPr id="181" name="object 6">
            <a:extLst xmlns:a="http://schemas.openxmlformats.org/drawingml/2006/main">
              <a:ext uri="{FF2B5EF4-FFF2-40B4-BE49-F238E27FC236}">
                <a16:creationId xmlns:a16="http://schemas.microsoft.com/office/drawing/2014/main" id="{141A347E-4D9A-4BF0-96AE-9CBC48C8D29C}"/>
              </a:ext>
            </a:extLst>
          </p:cNvPr>
          <p:cNvSpPr>
            <a:spLocks xmlns:a="http://schemas.openxmlformats.org/drawingml/2006/main" noGrp="1"/>
          </p:cNvSpPr>
          <p:nvPr/>
        </p:nvSpPr>
        <p:spPr>
          <a:xfrm xmlns:a="http://schemas.openxmlformats.org/drawingml/2006/main">
            <a:off x="10312120" y="5684893"/>
            <a:ext cx="1" cy="872218"/>
          </a:xfrm>
          <a:prstGeom xmlns:a="http://schemas.openxmlformats.org/drawingml/2006/main" prst="line">
            <a:avLst/>
          </a:prstGeom>
          <a:ln xmlns:a="http://schemas.openxmlformats.org/drawingml/2006/main" w="4392">
            <a:solidFill>
              <a:srgbClr val="EA2828"/>
            </a:solidFill>
          </a:ln>
        </p:spPr>
        <p:txBody>
          <a:bodyPr xmlns:a="http://schemas.openxmlformats.org/drawingml/2006/main" lIns="45719" rIns="45719"/>
          <a:lstStyle xmlns:a="http://schemas.openxmlformats.org/drawingml/2006/main"/>
          <a:p xmlns:a="http://schemas.openxmlformats.org/drawingml/2006/main">
            <a:endParaRPr/>
          </a:p>
        </p:txBody>
      </p:sp>
      <p:sp>
        <p:nvSpPr>
          <p:cNvPr id="182" name="object 7">
            <a:extLst xmlns:a="http://schemas.openxmlformats.org/drawingml/2006/main">
              <a:ext uri="{FF2B5EF4-FFF2-40B4-BE49-F238E27FC236}">
                <a16:creationId xmlns:a16="http://schemas.microsoft.com/office/drawing/2014/main" id="{487C1C88-9387-4CA2-980E-E106C7ADA239}"/>
              </a:ext>
            </a:extLst>
          </p:cNvPr>
          <p:cNvSpPr>
            <a:spLocks xmlns:a="http://schemas.openxmlformats.org/drawingml/2006/main" noGrp="1"/>
          </p:cNvSpPr>
          <p:nvPr/>
        </p:nvSpPr>
        <p:spPr>
          <a:xfrm xmlns:a="http://schemas.openxmlformats.org/drawingml/2006/main">
            <a:off x="10312120" y="6559556"/>
            <a:ext cx="1" cy="872218"/>
          </a:xfrm>
          <a:prstGeom xmlns:a="http://schemas.openxmlformats.org/drawingml/2006/main" prst="line">
            <a:avLst/>
          </a:prstGeom>
          <a:ln xmlns:a="http://schemas.openxmlformats.org/drawingml/2006/main" w="4392">
            <a:solidFill>
              <a:srgbClr val="FF5136"/>
            </a:solidFill>
          </a:ln>
        </p:spPr>
        <p:txBody>
          <a:bodyPr xmlns:a="http://schemas.openxmlformats.org/drawingml/2006/main" lIns="45719" rIns="45719"/>
          <a:lstStyle xmlns:a="http://schemas.openxmlformats.org/drawingml/2006/main"/>
          <a:p xmlns:a="http://schemas.openxmlformats.org/drawingml/2006/main">
            <a:endParaRPr/>
          </a:p>
        </p:txBody>
      </p:sp>
      <p:sp>
        <p:nvSpPr>
          <p:cNvPr id="183" name="object 8">
            <a:extLst xmlns:a="http://schemas.openxmlformats.org/drawingml/2006/main">
              <a:ext uri="{FF2B5EF4-FFF2-40B4-BE49-F238E27FC236}">
                <a16:creationId xmlns:a16="http://schemas.microsoft.com/office/drawing/2014/main" id="{D038A64D-8648-4F29-89C0-571F4E1581FE}"/>
              </a:ext>
            </a:extLst>
          </p:cNvPr>
          <p:cNvSpPr>
            <a:spLocks xmlns:a="http://schemas.openxmlformats.org/drawingml/2006/main" noGrp="1"/>
          </p:cNvSpPr>
          <p:nvPr/>
        </p:nvSpPr>
        <p:spPr>
          <a:xfrm xmlns:a="http://schemas.openxmlformats.org/drawingml/2006/main">
            <a:off x="10312120" y="7434242"/>
            <a:ext cx="1" cy="872218"/>
          </a:xfrm>
          <a:prstGeom xmlns:a="http://schemas.openxmlformats.org/drawingml/2006/main" prst="line">
            <a:avLst/>
          </a:prstGeom>
          <a:ln xmlns:a="http://schemas.openxmlformats.org/drawingml/2006/main" w="4392">
            <a:solidFill>
              <a:srgbClr val="F09C29"/>
            </a:solidFill>
          </a:ln>
        </p:spPr>
        <p:txBody>
          <a:bodyPr xmlns:a="http://schemas.openxmlformats.org/drawingml/2006/main" lIns="45719" rIns="45719"/>
          <a:lstStyle xmlns:a="http://schemas.openxmlformats.org/drawingml/2006/main"/>
          <a:p xmlns:a="http://schemas.openxmlformats.org/drawingml/2006/main">
            <a:endParaRPr/>
          </a:p>
        </p:txBody>
      </p:sp>
      <p:sp>
        <p:nvSpPr>
          <p:cNvPr id="184" name="object 9">
            <a:extLst xmlns:a="http://schemas.openxmlformats.org/drawingml/2006/main">
              <a:ext uri="{FF2B5EF4-FFF2-40B4-BE49-F238E27FC236}">
                <a16:creationId xmlns:a16="http://schemas.microsoft.com/office/drawing/2014/main" id="{2EEC300A-75DC-4DE3-ADC3-26D2F12272A9}"/>
              </a:ext>
            </a:extLst>
          </p:cNvPr>
          <p:cNvSpPr>
            <a:spLocks xmlns:a="http://schemas.openxmlformats.org/drawingml/2006/main" noGrp="1"/>
          </p:cNvSpPr>
          <p:nvPr/>
        </p:nvSpPr>
        <p:spPr>
          <a:xfrm xmlns:a="http://schemas.openxmlformats.org/drawingml/2006/main">
            <a:off x="4266934" y="6981984"/>
            <a:ext cx="3489326" cy="15875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lvl1pPr indent="12700">
              <a:spcBef>
                <a:spcPts val="100"/>
              </a:spcBef>
              <a:buNone/>
              <a:defRPr sz="10400" b="1">
                <a:solidFill>
                  <a:srgbClr val="2BAAE1"/>
                </a:solidFill>
                <a:latin typeface="GT America Bold"/>
                <a:ea typeface="GT America Bold"/>
                <a:cs typeface="GT America Bold"/>
              </a:defRPr>
            </a:lvl1pPr>
          </a:lstStyle>
          <a:p xmlns:a="http://schemas.openxmlformats.org/drawingml/2006/main">
            <a:r>
              <a:t>MISO</a:t>
            </a:r>
          </a:p>
        </p:txBody>
      </p:sp>
      <p:sp>
        <p:nvSpPr>
          <p:cNvPr id="185" name="object 10">
            <a:extLst xmlns:a="http://schemas.openxmlformats.org/drawingml/2006/main">
              <a:ext uri="{FF2B5EF4-FFF2-40B4-BE49-F238E27FC236}">
                <a16:creationId xmlns:a16="http://schemas.microsoft.com/office/drawing/2014/main" id="{137CFA62-A5E3-43A0-80F9-C4E473CD904D}"/>
              </a:ext>
            </a:extLst>
          </p:cNvPr>
          <p:cNvSpPr>
            <a:spLocks xmlns:a="http://schemas.openxmlformats.org/drawingml/2006/main" noGrp="1"/>
          </p:cNvSpPr>
          <p:nvPr/>
        </p:nvSpPr>
        <p:spPr>
          <a:xfrm xmlns:a="http://schemas.openxmlformats.org/drawingml/2006/main">
            <a:off x="3475883" y="8451619"/>
            <a:ext cx="5071112" cy="381001"/>
          </a:xfrm>
          <a:prstGeom xmlns:a="http://schemas.openxmlformats.org/drawingml/2006/main" prst="rect">
            <a:avLst/>
          </a:prstGeom>
          <a:ln xmlns:a="http://schemas.openxmlformats.org/drawingml/2006/main" w="12700"/>
        </p:spPr>
        <p:txBody>
          <a:bodyPr xmlns:a="http://schemas.openxmlformats.org/drawingml/2006/main" lIns="0" tIns="0" rIns="0" bIns="0">
            <a:spAutoFit/>
          </a:bodyPr>
          <a:lstStyle xmlns:a="http://schemas.openxmlformats.org/drawingml/2006/main"/>
          <a:p xmlns:a="http://schemas.openxmlformats.org/drawingml/2006/main">
            <a:pPr indent="12700">
              <a:buNone/>
              <a:defRPr sz="2500" spc="-10">
                <a:solidFill>
                  <a:srgbClr val="2BAAE1"/>
                </a:solidFill>
                <a:latin typeface="+mn-lt"/>
                <a:ea typeface="+mn-lt"/>
                <a:cs typeface="+mn-lt"/>
              </a:defRPr>
            </a:pPr>
            <a:r>
              <a:t>Maestría </a:t>
            </a:r>
            <a:r>
              <a:rPr spc="-5"/>
              <a:t>en </a:t>
            </a:r>
            <a:r>
              <a:t>Ingeniería </a:t>
            </a:r>
            <a:r>
              <a:rPr spc="-5"/>
              <a:t>de</a:t>
            </a:r>
            <a:r>
              <a:rPr spc="-20"/>
              <a:t> </a:t>
            </a:r>
            <a:r>
              <a:t>Software</a:t>
            </a:r>
          </a:p>
        </p:txBody>
      </p:sp>
      <p:sp>
        <p:nvSpPr>
          <p:cNvPr id="186" name="object 11">
            <a:extLst xmlns:a="http://schemas.openxmlformats.org/drawingml/2006/main">
              <a:ext uri="{FF2B5EF4-FFF2-40B4-BE49-F238E27FC236}">
                <a16:creationId xmlns:a16="http://schemas.microsoft.com/office/drawing/2014/main" id="{DAAC34AD-6ADF-403B-ABFA-AA886936E7ED}"/>
              </a:ext>
            </a:extLst>
          </p:cNvPr>
          <p:cNvSpPr>
            <a:spLocks xmlns:a="http://schemas.openxmlformats.org/drawingml/2006/main" noGrp="1"/>
          </p:cNvSpPr>
          <p:nvPr/>
        </p:nvSpPr>
        <p:spPr>
          <a:xfrm xmlns:a="http://schemas.openxmlformats.org/drawingml/2006/main">
            <a:off x="4513896" y="5099211"/>
            <a:ext cx="2991045" cy="1729518"/>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5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87" name="object 12">
            <a:extLst xmlns:a="http://schemas.openxmlformats.org/drawingml/2006/main">
              <a:ext uri="{FF2B5EF4-FFF2-40B4-BE49-F238E27FC236}">
                <a16:creationId xmlns:a16="http://schemas.microsoft.com/office/drawing/2014/main" id="{6FD70A62-3407-4375-BAD7-296CFCDD31FA}"/>
              </a:ext>
            </a:extLst>
          </p:cNvPr>
          <p:cNvSpPr>
            <a:spLocks xmlns:a="http://schemas.openxmlformats.org/drawingml/2006/main" noGrp="1"/>
          </p:cNvSpPr>
          <p:nvPr/>
        </p:nvSpPr>
        <p:spPr>
          <a:xfrm xmlns:a="http://schemas.openxmlformats.org/drawingml/2006/main">
            <a:off x="4513896" y="5099211"/>
            <a:ext cx="2991045" cy="1729518"/>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88" name="object 13">
            <a:extLst xmlns:a="http://schemas.openxmlformats.org/drawingml/2006/main">
              <a:ext uri="{FF2B5EF4-FFF2-40B4-BE49-F238E27FC236}">
                <a16:creationId xmlns:a16="http://schemas.microsoft.com/office/drawing/2014/main" id="{C0EEDB0D-FD7D-42CE-AF94-EBEB0DB82279}"/>
              </a:ext>
            </a:extLst>
          </p:cNvPr>
          <p:cNvSpPr>
            <a:spLocks xmlns:a="http://schemas.openxmlformats.org/drawingml/2006/main" noGrp="1"/>
          </p:cNvSpPr>
          <p:nvPr/>
        </p:nvSpPr>
        <p:spPr>
          <a:xfrm xmlns:a="http://schemas.openxmlformats.org/drawingml/2006/main">
            <a:off x="4513896" y="4509141"/>
            <a:ext cx="2991045" cy="1729518"/>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3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89" name="object 14">
            <a:extLst xmlns:a="http://schemas.openxmlformats.org/drawingml/2006/main">
              <a:ext uri="{FF2B5EF4-FFF2-40B4-BE49-F238E27FC236}">
                <a16:creationId xmlns:a16="http://schemas.microsoft.com/office/drawing/2014/main" id="{A78F148F-8B65-4932-87D7-EE85AD7D111E}"/>
              </a:ext>
            </a:extLst>
          </p:cNvPr>
          <p:cNvSpPr>
            <a:spLocks xmlns:a="http://schemas.openxmlformats.org/drawingml/2006/main" noGrp="1"/>
          </p:cNvSpPr>
          <p:nvPr/>
        </p:nvSpPr>
        <p:spPr>
          <a:xfrm xmlns:a="http://schemas.openxmlformats.org/drawingml/2006/main">
            <a:off x="4513896" y="4509141"/>
            <a:ext cx="2991045" cy="1729518"/>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0" name="object 15">
            <a:extLst xmlns:a="http://schemas.openxmlformats.org/drawingml/2006/main">
              <a:ext uri="{FF2B5EF4-FFF2-40B4-BE49-F238E27FC236}">
                <a16:creationId xmlns:a16="http://schemas.microsoft.com/office/drawing/2014/main" id="{4C8D0353-D1BA-4A6C-890B-CD3C4D35A140}"/>
              </a:ext>
            </a:extLst>
          </p:cNvPr>
          <p:cNvSpPr>
            <a:spLocks xmlns:a="http://schemas.openxmlformats.org/drawingml/2006/main" noGrp="1"/>
          </p:cNvSpPr>
          <p:nvPr/>
        </p:nvSpPr>
        <p:spPr>
          <a:xfrm xmlns:a="http://schemas.openxmlformats.org/drawingml/2006/main">
            <a:off x="4513896" y="3939420"/>
            <a:ext cx="2991045" cy="1729518"/>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25000"/>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1" name="object 16">
            <a:extLst xmlns:a="http://schemas.openxmlformats.org/drawingml/2006/main">
              <a:ext uri="{FF2B5EF4-FFF2-40B4-BE49-F238E27FC236}">
                <a16:creationId xmlns:a16="http://schemas.microsoft.com/office/drawing/2014/main" id="{0AD31311-3B45-46A5-AE43-1747D9B34B84}"/>
              </a:ext>
            </a:extLst>
          </p:cNvPr>
          <p:cNvSpPr>
            <a:spLocks xmlns:a="http://schemas.openxmlformats.org/drawingml/2006/main" noGrp="1"/>
          </p:cNvSpPr>
          <p:nvPr/>
        </p:nvSpPr>
        <p:spPr>
          <a:xfrm xmlns:a="http://schemas.openxmlformats.org/drawingml/2006/main">
            <a:off x="4513896" y="3939420"/>
            <a:ext cx="2991045" cy="1729518"/>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2" name="object 17">
            <a:extLst xmlns:a="http://schemas.openxmlformats.org/drawingml/2006/main">
              <a:ext uri="{FF2B5EF4-FFF2-40B4-BE49-F238E27FC236}">
                <a16:creationId xmlns:a16="http://schemas.microsoft.com/office/drawing/2014/main" id="{0A6AAFCC-23F9-4771-8E7F-153FEE0AD97E}"/>
              </a:ext>
            </a:extLst>
          </p:cNvPr>
          <p:cNvSpPr>
            <a:spLocks xmlns:a="http://schemas.openxmlformats.org/drawingml/2006/main" noGrp="1"/>
          </p:cNvSpPr>
          <p:nvPr/>
        </p:nvSpPr>
        <p:spPr>
          <a:xfrm xmlns:a="http://schemas.openxmlformats.org/drawingml/2006/main">
            <a:off x="4513900" y="5953792"/>
            <a:ext cx="2991045" cy="874938"/>
          </a:xfrm>
          <a:custGeom xmlns:a="http://schemas.openxmlformats.org/drawingml/2006/main">
            <a:rect l="0" t="0" r="r" b="b"/>
            <a:pathLst>
              <a:path w="21600" h="21600">
                <a:moveTo>
                  <a:pt x="21600" y="0"/>
                </a:moveTo>
                <a:lnTo>
                  <a:pt x="10726"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3" name="object 18">
            <a:extLst xmlns:a="http://schemas.openxmlformats.org/drawingml/2006/main">
              <a:ext uri="{FF2B5EF4-FFF2-40B4-BE49-F238E27FC236}">
                <a16:creationId xmlns:a16="http://schemas.microsoft.com/office/drawing/2014/main" id="{78443E6B-6B25-4F19-9D7C-CD0BFCB1FE90}"/>
              </a:ext>
            </a:extLst>
          </p:cNvPr>
          <p:cNvSpPr>
            <a:spLocks xmlns:a="http://schemas.openxmlformats.org/drawingml/2006/main" noGrp="1"/>
          </p:cNvSpPr>
          <p:nvPr/>
        </p:nvSpPr>
        <p:spPr>
          <a:xfrm xmlns:a="http://schemas.openxmlformats.org/drawingml/2006/main">
            <a:off x="4513900" y="4794001"/>
            <a:ext cx="2991045" cy="874938"/>
          </a:xfrm>
          <a:custGeom xmlns:a="http://schemas.openxmlformats.org/drawingml/2006/main">
            <a:rect l="0" t="0" r="r" b="b"/>
            <a:pathLst>
              <a:path w="21600" h="21600">
                <a:moveTo>
                  <a:pt x="21600" y="0"/>
                </a:moveTo>
                <a:lnTo>
                  <a:pt x="10726"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4" name="object 19">
            <a:extLst xmlns:a="http://schemas.openxmlformats.org/drawingml/2006/main">
              <a:ext uri="{FF2B5EF4-FFF2-40B4-BE49-F238E27FC236}">
                <a16:creationId xmlns:a16="http://schemas.microsoft.com/office/drawing/2014/main" id="{F398F7D9-A388-4DD0-8E75-2B9B7F45F90B}"/>
              </a:ext>
            </a:extLst>
          </p:cNvPr>
          <p:cNvSpPr>
            <a:spLocks xmlns:a="http://schemas.openxmlformats.org/drawingml/2006/main" noGrp="1"/>
          </p:cNvSpPr>
          <p:nvPr/>
        </p:nvSpPr>
        <p:spPr>
          <a:xfrm xmlns:a="http://schemas.openxmlformats.org/drawingml/2006/main">
            <a:off x="4513900" y="5363722"/>
            <a:ext cx="2991045" cy="874938"/>
          </a:xfrm>
          <a:custGeom xmlns:a="http://schemas.openxmlformats.org/drawingml/2006/main">
            <a:rect l="0" t="0" r="r" b="b"/>
            <a:pathLst>
              <a:path w="21600" h="21600">
                <a:moveTo>
                  <a:pt x="21600" y="0"/>
                </a:moveTo>
                <a:lnTo>
                  <a:pt x="10726"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5" name="object 20">
            <a:extLst xmlns:a="http://schemas.openxmlformats.org/drawingml/2006/main">
              <a:ext uri="{FF2B5EF4-FFF2-40B4-BE49-F238E27FC236}">
                <a16:creationId xmlns:a16="http://schemas.microsoft.com/office/drawing/2014/main" id="{4DE18ACA-AC98-42EC-8667-DE85E3495B57}"/>
              </a:ext>
            </a:extLst>
          </p:cNvPr>
          <p:cNvSpPr>
            <a:spLocks xmlns:a="http://schemas.openxmlformats.org/drawingml/2006/main" noGrp="1"/>
          </p:cNvSpPr>
          <p:nvPr/>
        </p:nvSpPr>
        <p:spPr>
          <a:xfrm xmlns:a="http://schemas.openxmlformats.org/drawingml/2006/main">
            <a:off x="4513896" y="3369700"/>
            <a:ext cx="2991045" cy="1729507"/>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6" name="object 21">
            <a:extLst xmlns:a="http://schemas.openxmlformats.org/drawingml/2006/main">
              <a:ext uri="{FF2B5EF4-FFF2-40B4-BE49-F238E27FC236}">
                <a16:creationId xmlns:a16="http://schemas.microsoft.com/office/drawing/2014/main" id="{804333D4-E570-4A08-AF5D-A8DA6B0B105C}"/>
              </a:ext>
            </a:extLst>
          </p:cNvPr>
          <p:cNvSpPr>
            <a:spLocks xmlns:a="http://schemas.openxmlformats.org/drawingml/2006/main" noGrp="1"/>
          </p:cNvSpPr>
          <p:nvPr/>
        </p:nvSpPr>
        <p:spPr>
          <a:xfrm xmlns:a="http://schemas.openxmlformats.org/drawingml/2006/main">
            <a:off x="4513896" y="3369700"/>
            <a:ext cx="2991045" cy="1729507"/>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7" name="object 22">
            <a:extLst xmlns:a="http://schemas.openxmlformats.org/drawingml/2006/main">
              <a:ext uri="{FF2B5EF4-FFF2-40B4-BE49-F238E27FC236}">
                <a16:creationId xmlns:a16="http://schemas.microsoft.com/office/drawing/2014/main" id="{EA998A9B-2A72-41C3-94B3-1EE1BF24522D}"/>
              </a:ext>
            </a:extLst>
          </p:cNvPr>
          <p:cNvSpPr>
            <a:spLocks xmlns:a="http://schemas.openxmlformats.org/drawingml/2006/main" noGrp="1"/>
          </p:cNvSpPr>
          <p:nvPr/>
        </p:nvSpPr>
        <p:spPr>
          <a:xfrm xmlns:a="http://schemas.openxmlformats.org/drawingml/2006/main">
            <a:off x="4513896" y="3369700"/>
            <a:ext cx="2991045" cy="1729507"/>
          </a:xfrm>
          <a:custGeom xmlns:a="http://schemas.openxmlformats.org/drawingml/2006/main">
            <a:rect l="0" t="0" r="r" b="b"/>
            <a:pathLst>
              <a:path w="21600" h="21600">
                <a:moveTo>
                  <a:pt x="0" y="10673"/>
                </a:moveTo>
                <a:lnTo>
                  <a:pt x="10726" y="0"/>
                </a:lnTo>
                <a:lnTo>
                  <a:pt x="21600" y="10673"/>
                </a:lnTo>
                <a:lnTo>
                  <a:pt x="10726"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8" name="object 23">
            <a:extLst xmlns:a="http://schemas.openxmlformats.org/drawingml/2006/main">
              <a:ext uri="{FF2B5EF4-FFF2-40B4-BE49-F238E27FC236}">
                <a16:creationId xmlns:a16="http://schemas.microsoft.com/office/drawing/2014/main" id="{504AAAE9-9FCB-446F-95A7-190ACD3CEE75}"/>
              </a:ext>
            </a:extLst>
          </p:cNvPr>
          <p:cNvSpPr>
            <a:spLocks xmlns:a="http://schemas.openxmlformats.org/drawingml/2006/main" noGrp="1"/>
          </p:cNvSpPr>
          <p:nvPr/>
        </p:nvSpPr>
        <p:spPr>
          <a:xfrm xmlns:a="http://schemas.openxmlformats.org/drawingml/2006/main">
            <a:off x="4517011" y="3373304"/>
            <a:ext cx="2991663" cy="3454481"/>
          </a:xfrm>
          <a:custGeom xmlns:a="http://schemas.openxmlformats.org/drawingml/2006/main">
            <a:rect l="0" t="0" r="r" b="b"/>
            <a:pathLst>
              <a:path w="21600" h="21600">
                <a:moveTo>
                  <a:pt x="21600" y="16200"/>
                </a:moveTo>
                <a:lnTo>
                  <a:pt x="21600" y="5400"/>
                </a:lnTo>
                <a:lnTo>
                  <a:pt x="10800" y="0"/>
                </a:lnTo>
                <a:lnTo>
                  <a:pt x="0" y="5400"/>
                </a:lnTo>
                <a:lnTo>
                  <a:pt x="0" y="16200"/>
                </a:lnTo>
                <a:lnTo>
                  <a:pt x="10800" y="21600"/>
                </a:lnTo>
                <a:lnTo>
                  <a:pt x="21600" y="16200"/>
                </a:lnTo>
                <a:close/>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9" name="object 24">
            <a:extLst xmlns:a="http://schemas.openxmlformats.org/drawingml/2006/main">
              <a:ext uri="{FF2B5EF4-FFF2-40B4-BE49-F238E27FC236}">
                <a16:creationId xmlns:a16="http://schemas.microsoft.com/office/drawing/2014/main" id="{4C10FF76-3439-47AA-9FC1-2B82DB914C1C}"/>
              </a:ext>
            </a:extLst>
          </p:cNvPr>
          <p:cNvSpPr>
            <a:spLocks xmlns:a="http://schemas.openxmlformats.org/drawingml/2006/main" noGrp="1"/>
          </p:cNvSpPr>
          <p:nvPr/>
        </p:nvSpPr>
        <p:spPr>
          <a:xfrm xmlns:a="http://schemas.openxmlformats.org/drawingml/2006/main" flipH="1">
            <a:off x="6013770" y="5088952"/>
            <a:ext cx="1" cy="1733248"/>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01" name="Title Text">
            <a:extLst xmlns:a="http://schemas.openxmlformats.org/drawingml/2006/main">
              <a:ext uri="{FF2B5EF4-FFF2-40B4-BE49-F238E27FC236}">
                <a16:creationId xmlns:a16="http://schemas.microsoft.com/office/drawing/2014/main" id="{948119B2-8C14-477C-A403-478EA450B24D}"/>
              </a:ext>
            </a:extLst>
          </p:cNvPr>
          <p:cNvSpPr>
            <a:spLocks xmlns:a="http://schemas.openxmlformats.org/drawingml/2006/main" noGrp="1"/>
          </p:cNvSpPr>
          <p:nvPr>
            <p:ph type="title" idx="0"/>
          </p:nvPr>
        </p:nvSpPr>
        <p:spPr>
          <a:xfrm xmlns:a="http://schemas.openxmlformats.org/drawingml/2006/main">
            <a:off x="10585450" y="3935531"/>
            <a:ext cx="8135939" cy="4371202"/>
          </a:xfrm>
          <a:prstGeom xmlns:a="http://schemas.openxmlformats.org/drawingml/2006/main" prst="rect">
            <a:avLst/>
          </a:prstGeom>
        </p:spPr>
        <p:txBody>
          <a:bodyPr xmlns:a="http://schemas.openxmlformats.org/drawingml/2006/main"/>
          <a:lstStyle xmlns:a="http://schemas.openxmlformats.org/drawingml/2006/main">
            <a:lvl1pPr>
              <a:buNone/>
              <a:defRPr b="1">
                <a:solidFill>
                  <a:srgbClr val="FFFFFF"/>
                </a:solidFill>
                <a:latin typeface="+mj-lt"/>
                <a:ea typeface="+mj-lt"/>
                <a:cs typeface="+mj-lt"/>
              </a:defRPr>
            </a:lvl1pPr>
          </a:lstStyle>
          <a:p xmlns:a="http://schemas.openxmlformats.org/drawingml/2006/main">
            <a:r>
              <a:t>Title Text</a:t>
            </a:r>
          </a:p>
        </p:txBody>
      </p:sp>
      <p:sp>
        <p:nvSpPr>
          <p:cNvPr id="202" name="Slide Number">
            <a:extLst xmlns:a="http://schemas.openxmlformats.org/drawingml/2006/main">
              <a:ext uri="{FF2B5EF4-FFF2-40B4-BE49-F238E27FC236}">
                <a16:creationId xmlns:a16="http://schemas.microsoft.com/office/drawing/2014/main" id="{16DAEFE0-AA04-4720-8D99-EB53E63C8FDD}"/>
              </a:ext>
            </a:extLst>
          </p:cNvPr>
          <p:cNvSpPr>
            <a:spLocks xmlns:a="http://schemas.openxmlformats.org/drawingml/2006/main" noGrp="1"/>
          </p:cNvSpPr>
          <p:nvPr>
            <p:ph type="sldNum" idx="2"/>
          </p:nvPr>
        </p:nvSpPr>
        <p:spPr>
          <a:xfrm xmlns:a="http://schemas.openxmlformats.org/drawingml/2006/main">
            <a:off x="9716980" y="10929243"/>
            <a:ext cx="4690958" cy="64770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13.xml><?xml version="1.0" encoding="utf-8"?>
<p:sldLayout xmlns:p="http://schemas.openxmlformats.org/presentationml/2006/main" showMasterSp="0">
  <p:cSld name="Personaje a la izquierda">
    <p:spTree>
      <p:nvGrpSpPr>
        <p:cNvPr id="1" name=""/>
        <p:cNvGrpSpPr/>
        <p:nvPr/>
      </p:nvGrpSpPr>
      <p:grpSpPr>
        <a:xfrm xmlns:a="http://schemas.openxmlformats.org/drawingml/2006/main"/>
      </p:grpSpPr>
      <p:sp>
        <p:nvSpPr>
          <p:cNvPr id="209" name="Title Text">
            <a:extLst xmlns:a="http://schemas.openxmlformats.org/drawingml/2006/main">
              <a:ext uri="{FF2B5EF4-FFF2-40B4-BE49-F238E27FC236}">
                <a16:creationId xmlns:a16="http://schemas.microsoft.com/office/drawing/2014/main" id="{27CF3073-635A-4444-86D6-9354F660199B}"/>
              </a:ext>
            </a:extLst>
          </p:cNvPr>
          <p:cNvSpPr>
            <a:spLocks xmlns:a="http://schemas.openxmlformats.org/drawingml/2006/main" noGrp="1"/>
          </p:cNvSpPr>
          <p:nvPr>
            <p:ph type="title" idx="0"/>
          </p:nvPr>
        </p:nvSpPr>
        <p:spPr>
          <a:xfrm xmlns:a="http://schemas.openxmlformats.org/drawingml/2006/main">
            <a:off x="10052050" y="646112"/>
            <a:ext cx="8669339" cy="2347913"/>
          </a:xfrm>
          <a:prstGeom xmlns:a="http://schemas.openxmlformats.org/drawingml/2006/main" prst="rect">
            <a:avLst/>
          </a:prstGeom>
        </p:spPr>
        <p:txBody>
          <a:bodyPr xmlns:a="http://schemas.openxmlformats.org/drawingml/2006/main"/>
          <a:lstStyle xmlns:a="http://schemas.openxmlformats.org/drawingml/2006/main">
            <a:lvl1pPr>
              <a:buNone/>
              <a:defRPr>
                <a:solidFill>
                  <a:srgbClr val="332174"/>
                </a:solidFill>
              </a:defRPr>
            </a:lvl1pPr>
          </a:lstStyle>
          <a:p xmlns:a="http://schemas.openxmlformats.org/drawingml/2006/main">
            <a:r>
              <a:t>Title Text</a:t>
            </a:r>
          </a:p>
        </p:txBody>
      </p:sp>
      <p:sp>
        <p:nvSpPr>
          <p:cNvPr id="210" name="Body Level One…">
            <a:extLst xmlns:a="http://schemas.openxmlformats.org/drawingml/2006/main">
              <a:ext uri="{FF2B5EF4-FFF2-40B4-BE49-F238E27FC236}">
                <a16:creationId xmlns:a16="http://schemas.microsoft.com/office/drawing/2014/main" id="{62F7021C-5996-430B-A17C-535E8C772FD6}"/>
              </a:ext>
            </a:extLst>
          </p:cNvPr>
          <p:cNvSpPr>
            <a:spLocks xmlns:a="http://schemas.openxmlformats.org/drawingml/2006/main" noGrp="1"/>
          </p:cNvSpPr>
          <p:nvPr>
            <p:ph type="body" idx="1"/>
          </p:nvPr>
        </p:nvSpPr>
        <p:spPr>
          <a:xfrm xmlns:a="http://schemas.openxmlformats.org/drawingml/2006/main">
            <a:off x="10052050" y="3233738"/>
            <a:ext cx="8669339" cy="7707312"/>
          </a:xfrm>
          <a:prstGeom xmlns:a="http://schemas.openxmlformats.org/drawingml/2006/main" prst="rect">
            <a:avLst/>
          </a:prstGeom>
        </p:spPr>
        <p:txBody>
          <a:bodyPr xmlns:a="http://schemas.openxmlformats.org/drawingml/2006/main"/>
          <a:lstStyle xmlns:a="http://schemas.openxmlformats.org/drawingml/2006/main">
            <a:lvl1pPr>
              <a:buClr>
                <a:srgbClr val="332174"/>
              </a:buClr>
              <a:buNone/>
              <a:defRPr/>
            </a:lvl1pPr>
            <a:lvl2pPr>
              <a:buClr>
                <a:srgbClr val="332174"/>
              </a:buClr>
              <a:buNone/>
              <a:defRPr/>
            </a:lvl2pPr>
            <a:lvl3pPr>
              <a:buClr>
                <a:srgbClr val="332174"/>
              </a:buClr>
              <a:buNone/>
              <a:defRPr/>
            </a:lvl3pPr>
            <a:lvl4pPr>
              <a:buClr>
                <a:srgbClr val="332174"/>
              </a:buClr>
              <a:buNone/>
              <a:defRPr/>
            </a:lvl4pPr>
            <a:lvl5pPr>
              <a:buClr>
                <a:srgbClr val="332174"/>
              </a:buClr>
              <a:buNone/>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211" name="Slide Number">
            <a:extLst xmlns:a="http://schemas.openxmlformats.org/drawingml/2006/main">
              <a:ext uri="{FF2B5EF4-FFF2-40B4-BE49-F238E27FC236}">
                <a16:creationId xmlns:a16="http://schemas.microsoft.com/office/drawing/2014/main" id="{46D7DFC3-A7D2-454F-AFDC-E5FEBFB5D276}"/>
              </a:ext>
            </a:extLst>
          </p:cNvPr>
          <p:cNvSpPr>
            <a:spLocks xmlns:a="http://schemas.openxmlformats.org/drawingml/2006/main" noGrp="1"/>
          </p:cNvSpPr>
          <p:nvPr>
            <p:ph type="sldNum" idx="2"/>
          </p:nvPr>
        </p:nvSpPr>
        <p:spPr>
          <a:xfrm xmlns:a="http://schemas.openxmlformats.org/drawingml/2006/main">
            <a:off x="9716980" y="10929243"/>
            <a:ext cx="4690958" cy="64770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14.xml><?xml version="1.0" encoding="utf-8"?>
<p:sldLayout xmlns:p="http://schemas.openxmlformats.org/presentationml/2006/main" showMasterSp="0">
  <p:cSld name="Personaje a la derecha">
    <p:spTree>
      <p:nvGrpSpPr>
        <p:cNvPr id="1" name=""/>
        <p:cNvGrpSpPr/>
        <p:nvPr/>
      </p:nvGrpSpPr>
      <p:grpSpPr>
        <a:xfrm xmlns:a="http://schemas.openxmlformats.org/drawingml/2006/main"/>
      </p:grpSpPr>
      <p:sp>
        <p:nvSpPr>
          <p:cNvPr id="218" name="Title Text">
            <a:extLst xmlns:a="http://schemas.openxmlformats.org/drawingml/2006/main">
              <a:ext uri="{FF2B5EF4-FFF2-40B4-BE49-F238E27FC236}">
                <a16:creationId xmlns:a16="http://schemas.microsoft.com/office/drawing/2014/main" id="{C4042EBB-8950-4300-A32D-5647BE7D7520}"/>
              </a:ext>
            </a:extLst>
          </p:cNvPr>
          <p:cNvSpPr>
            <a:spLocks xmlns:a="http://schemas.openxmlformats.org/drawingml/2006/main" noGrp="1"/>
          </p:cNvSpPr>
          <p:nvPr>
            <p:ph type="title" idx="0"/>
          </p:nvPr>
        </p:nvSpPr>
        <p:spPr>
          <a:xfrm xmlns:a="http://schemas.openxmlformats.org/drawingml/2006/main">
            <a:off x="1382712" y="742950"/>
            <a:ext cx="8669340" cy="2347912"/>
          </a:xfrm>
          <a:prstGeom xmlns:a="http://schemas.openxmlformats.org/drawingml/2006/main" prst="rect">
            <a:avLst/>
          </a:prstGeom>
        </p:spPr>
        <p:txBody>
          <a:bodyPr xmlns:a="http://schemas.openxmlformats.org/drawingml/2006/main"/>
          <a:lstStyle xmlns:a="http://schemas.openxmlformats.org/drawingml/2006/main">
            <a:lvl1pPr>
              <a:buNone/>
              <a:defRPr>
                <a:solidFill>
                  <a:srgbClr val="332174"/>
                </a:solidFill>
              </a:defRPr>
            </a:lvl1pPr>
          </a:lstStyle>
          <a:p xmlns:a="http://schemas.openxmlformats.org/drawingml/2006/main">
            <a:r>
              <a:t>Title Text</a:t>
            </a:r>
          </a:p>
        </p:txBody>
      </p:sp>
      <p:sp>
        <p:nvSpPr>
          <p:cNvPr id="219" name="Body Level One…">
            <a:extLst xmlns:a="http://schemas.openxmlformats.org/drawingml/2006/main">
              <a:ext uri="{FF2B5EF4-FFF2-40B4-BE49-F238E27FC236}">
                <a16:creationId xmlns:a16="http://schemas.microsoft.com/office/drawing/2014/main" id="{A4B0904B-08A6-4C44-AAE0-645512C78FFB}"/>
              </a:ext>
            </a:extLst>
          </p:cNvPr>
          <p:cNvSpPr>
            <a:spLocks xmlns:a="http://schemas.openxmlformats.org/drawingml/2006/main" noGrp="1"/>
          </p:cNvSpPr>
          <p:nvPr>
            <p:ph type="body" idx="1"/>
          </p:nvPr>
        </p:nvSpPr>
        <p:spPr>
          <a:xfrm xmlns:a="http://schemas.openxmlformats.org/drawingml/2006/main">
            <a:off x="1382712" y="3330575"/>
            <a:ext cx="8669340" cy="7707312"/>
          </a:xfrm>
          <a:prstGeom xmlns:a="http://schemas.openxmlformats.org/drawingml/2006/main" prst="rect">
            <a:avLst/>
          </a:prstGeom>
        </p:spPr>
        <p:txBody>
          <a:bodyPr xmlns:a="http://schemas.openxmlformats.org/drawingml/2006/main"/>
          <a:lstStyle xmlns:a="http://schemas.openxmlformats.org/drawingml/2006/main">
            <a:lvl1pPr>
              <a:buClr>
                <a:srgbClr val="332174"/>
              </a:buClr>
              <a:buNone/>
              <a:defRPr/>
            </a:lvl1pPr>
            <a:lvl2pPr>
              <a:buClr>
                <a:srgbClr val="332174"/>
              </a:buClr>
              <a:buNone/>
              <a:defRPr/>
            </a:lvl2pPr>
            <a:lvl3pPr>
              <a:buClr>
                <a:srgbClr val="332174"/>
              </a:buClr>
              <a:buNone/>
              <a:defRPr/>
            </a:lvl3pPr>
            <a:lvl4pPr>
              <a:buClr>
                <a:srgbClr val="332174"/>
              </a:buClr>
              <a:buNone/>
              <a:defRPr/>
            </a:lvl4pPr>
            <a:lvl5pPr>
              <a:buClr>
                <a:srgbClr val="332174"/>
              </a:buClr>
              <a:buNone/>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220" name="Slide Number">
            <a:extLst xmlns:a="http://schemas.openxmlformats.org/drawingml/2006/main">
              <a:ext uri="{FF2B5EF4-FFF2-40B4-BE49-F238E27FC236}">
                <a16:creationId xmlns:a16="http://schemas.microsoft.com/office/drawing/2014/main" id="{E112924C-9581-4B60-B44E-04716DD21C4F}"/>
              </a:ext>
            </a:extLst>
          </p:cNvPr>
          <p:cNvSpPr>
            <a:spLocks xmlns:a="http://schemas.openxmlformats.org/drawingml/2006/main" noGrp="1"/>
          </p:cNvSpPr>
          <p:nvPr>
            <p:ph type="sldNum" idx="2"/>
          </p:nvPr>
        </p:nvSpPr>
        <p:spPr>
          <a:xfrm xmlns:a="http://schemas.openxmlformats.org/drawingml/2006/main">
            <a:off x="9716980" y="10929243"/>
            <a:ext cx="4690958" cy="64770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15.xml><?xml version="1.0" encoding="utf-8"?>
<p:sldLayout xmlns:p="http://schemas.openxmlformats.org/presentationml/2006/main" showMasterSp="0">
  <p:cSld name="Personaje a la izquierda sin encabezado">
    <p:spTree>
      <p:nvGrpSpPr>
        <p:cNvPr id="1" name=""/>
        <p:cNvGrpSpPr/>
        <p:nvPr/>
      </p:nvGrpSpPr>
      <p:grpSpPr>
        <a:xfrm xmlns:a="http://schemas.openxmlformats.org/drawingml/2006/main"/>
      </p:grpSpPr>
      <p:sp>
        <p:nvSpPr>
          <p:cNvPr id="227" name="Body Level One…">
            <a:extLst xmlns:a="http://schemas.openxmlformats.org/drawingml/2006/main">
              <a:ext uri="{FF2B5EF4-FFF2-40B4-BE49-F238E27FC236}">
                <a16:creationId xmlns:a16="http://schemas.microsoft.com/office/drawing/2014/main" id="{D71D10DA-B701-4080-8760-8DC8FCE1B680}"/>
              </a:ext>
            </a:extLst>
          </p:cNvPr>
          <p:cNvSpPr>
            <a:spLocks xmlns:a="http://schemas.openxmlformats.org/drawingml/2006/main" noGrp="1"/>
          </p:cNvSpPr>
          <p:nvPr>
            <p:ph type="body" idx="1"/>
          </p:nvPr>
        </p:nvSpPr>
        <p:spPr>
          <a:xfrm xmlns:a="http://schemas.openxmlformats.org/drawingml/2006/main">
            <a:off x="1382712" y="892175"/>
            <a:ext cx="8669338" cy="10145712"/>
          </a:xfrm>
          <a:prstGeom xmlns:a="http://schemas.openxmlformats.org/drawingml/2006/main" prst="rect">
            <a:avLst/>
          </a:prstGeom>
        </p:spPr>
        <p:txBody>
          <a:bodyPr xmlns:a="http://schemas.openxmlformats.org/drawingml/2006/main"/>
          <a:lstStyle xmlns:a="http://schemas.openxmlformats.org/drawingml/2006/main">
            <a:lvl1pPr>
              <a:buClr>
                <a:srgbClr val="332174"/>
              </a:buClr>
              <a:buNone/>
              <a:defRPr/>
            </a:lvl1pPr>
            <a:lvl2pPr>
              <a:buClr>
                <a:srgbClr val="332174"/>
              </a:buClr>
              <a:buNone/>
              <a:defRPr/>
            </a:lvl2pPr>
            <a:lvl3pPr>
              <a:buClr>
                <a:srgbClr val="332174"/>
              </a:buClr>
              <a:buNone/>
              <a:defRPr/>
            </a:lvl3pPr>
            <a:lvl4pPr>
              <a:buClr>
                <a:srgbClr val="332174"/>
              </a:buClr>
              <a:buNone/>
              <a:defRPr/>
            </a:lvl4pPr>
            <a:lvl5pPr>
              <a:buClr>
                <a:srgbClr val="332174"/>
              </a:buClr>
              <a:buNone/>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228" name="Slide Number">
            <a:extLst xmlns:a="http://schemas.openxmlformats.org/drawingml/2006/main">
              <a:ext uri="{FF2B5EF4-FFF2-40B4-BE49-F238E27FC236}">
                <a16:creationId xmlns:a16="http://schemas.microsoft.com/office/drawing/2014/main" id="{8E1B7595-3A9B-489B-859F-2ABE11CB455F}"/>
              </a:ext>
            </a:extLst>
          </p:cNvPr>
          <p:cNvSpPr>
            <a:spLocks xmlns:a="http://schemas.openxmlformats.org/drawingml/2006/main" noGrp="1"/>
          </p:cNvSpPr>
          <p:nvPr>
            <p:ph type="sldNum" idx="2"/>
          </p:nvPr>
        </p:nvSpPr>
        <p:spPr>
          <a:xfrm xmlns:a="http://schemas.openxmlformats.org/drawingml/2006/main">
            <a:off x="9716980" y="10929243"/>
            <a:ext cx="4690958" cy="64770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Layouts/slideLayout16.xml><?xml version="1.0" encoding="utf-8"?>
<p:sldLayout xmlns:p="http://schemas.openxmlformats.org/presentationml/2006/main" showMasterSp="0">
  <p:cSld name="Personaje a la derecha sin encabezado">
    <p:spTree>
      <p:nvGrpSpPr>
        <p:cNvPr id="1" name=""/>
        <p:cNvGrpSpPr/>
        <p:nvPr/>
      </p:nvGrpSpPr>
      <p:grpSpPr>
        <a:xfrm xmlns:a="http://schemas.openxmlformats.org/drawingml/2006/main"/>
      </p:grpSpPr>
      <p:sp>
        <p:nvSpPr>
          <p:cNvPr id="235" name="Body Level One…">
            <a:extLst xmlns:a="http://schemas.openxmlformats.org/drawingml/2006/main">
              <a:ext uri="{FF2B5EF4-FFF2-40B4-BE49-F238E27FC236}">
                <a16:creationId xmlns:a16="http://schemas.microsoft.com/office/drawing/2014/main" id="{582F99D4-1059-488D-8F85-E7619B1147F6}"/>
              </a:ext>
            </a:extLst>
          </p:cNvPr>
          <p:cNvSpPr>
            <a:spLocks xmlns:a="http://schemas.openxmlformats.org/drawingml/2006/main" noGrp="1"/>
          </p:cNvSpPr>
          <p:nvPr>
            <p:ph type="body" idx="1"/>
          </p:nvPr>
        </p:nvSpPr>
        <p:spPr>
          <a:xfrm xmlns:a="http://schemas.openxmlformats.org/drawingml/2006/main">
            <a:off x="10052050" y="1000919"/>
            <a:ext cx="8669337" cy="10145712"/>
          </a:xfrm>
          <a:prstGeom xmlns:a="http://schemas.openxmlformats.org/drawingml/2006/main" prst="rect">
            <a:avLst/>
          </a:prstGeom>
        </p:spPr>
        <p:txBody>
          <a:bodyPr xmlns:a="http://schemas.openxmlformats.org/drawingml/2006/main"/>
          <a:lstStyle xmlns:a="http://schemas.openxmlformats.org/drawingml/2006/main">
            <a:lvl1pPr>
              <a:buClr>
                <a:srgbClr val="332174"/>
              </a:buClr>
              <a:buNone/>
              <a:defRPr/>
            </a:lvl1pPr>
            <a:lvl2pPr>
              <a:buClr>
                <a:srgbClr val="332174"/>
              </a:buClr>
              <a:buNone/>
              <a:defRPr/>
            </a:lvl2pPr>
            <a:lvl3pPr>
              <a:buClr>
                <a:srgbClr val="332174"/>
              </a:buClr>
              <a:buNone/>
              <a:defRPr/>
            </a:lvl3pPr>
            <a:lvl4pPr>
              <a:buClr>
                <a:srgbClr val="332174"/>
              </a:buClr>
              <a:buNone/>
              <a:defRPr/>
            </a:lvl4pPr>
            <a:lvl5pPr>
              <a:buClr>
                <a:srgbClr val="332174"/>
              </a:buClr>
              <a:buNone/>
              <a:defRPr/>
            </a:lvl5pPr>
          </a:lstStyle>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236" name="Slide Number">
            <a:extLst xmlns:a="http://schemas.openxmlformats.org/drawingml/2006/main">
              <a:ext uri="{FF2B5EF4-FFF2-40B4-BE49-F238E27FC236}">
                <a16:creationId xmlns:a16="http://schemas.microsoft.com/office/drawing/2014/main" id="{09871CB0-501F-4FB6-B9EC-015C174B5C0E}"/>
              </a:ext>
            </a:extLst>
          </p:cNvPr>
          <p:cNvSpPr>
            <a:spLocks xmlns:a="http://schemas.openxmlformats.org/drawingml/2006/main" noGrp="1"/>
          </p:cNvSpPr>
          <p:nvPr>
            <p:ph type="sldNum" idx="2"/>
          </p:nvPr>
        </p:nvSpPr>
        <p:spPr>
          <a:xfrm xmlns:a="http://schemas.openxmlformats.org/drawingml/2006/main">
            <a:off x="9716980" y="10929243"/>
            <a:ext cx="4690958" cy="647701"/>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fld id="{86CB4B4D-7CA3-9044-876B-883B54F8677D}" type="slidenum">
              <a:t>‹Nº›</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4f92e63da06f4bbe" /><Relationship Type="http://schemas.openxmlformats.org/officeDocument/2006/relationships/theme" Target="/ppt/slideMasters/theme/theme2.xml" Id="R157898f5b90c40db" /><Relationship Type="http://schemas.openxmlformats.org/officeDocument/2006/relationships/slideLayout" Target="/ppt/slideLayouts/slideLayout1.xml" Id="Rdf6b1d475e7e4a37" /><Relationship Type="http://schemas.openxmlformats.org/officeDocument/2006/relationships/slideLayout" Target="/ppt/slideLayouts/slideLayout2.xml" Id="R90d936f8483a4228" /><Relationship Type="http://schemas.openxmlformats.org/officeDocument/2006/relationships/slideLayout" Target="/ppt/slideLayouts/slideLayout3.xml" Id="Ra2fe9ab7678b40b2" /><Relationship Type="http://schemas.openxmlformats.org/officeDocument/2006/relationships/slideLayout" Target="/ppt/slideLayouts/slideLayout4.xml" Id="Ree574b5cf00c4348" /><Relationship Type="http://schemas.openxmlformats.org/officeDocument/2006/relationships/slideLayout" Target="/ppt/slideLayouts/slideLayout5.xml" Id="Rb8d6bfca97564b09" /><Relationship Type="http://schemas.openxmlformats.org/officeDocument/2006/relationships/slideLayout" Target="/ppt/slideLayouts/slideLayout6.xml" Id="R6cb617bfffd34841" /><Relationship Type="http://schemas.openxmlformats.org/officeDocument/2006/relationships/slideLayout" Target="/ppt/slideLayouts/slideLayout7.xml" Id="Rcbb279f5586b48b6" /><Relationship Type="http://schemas.openxmlformats.org/officeDocument/2006/relationships/slideLayout" Target="/ppt/slideLayouts/slideLayout8.xml" Id="Ra54fa9f6828e416b" /><Relationship Type="http://schemas.openxmlformats.org/officeDocument/2006/relationships/slideLayout" Target="/ppt/slideLayouts/slideLayout9.xml" Id="Rad1661a27c63480a" /><Relationship Type="http://schemas.openxmlformats.org/officeDocument/2006/relationships/slideLayout" Target="/ppt/slideLayouts/slideLayout10.xml" Id="Re7b966f756914a86" /><Relationship Type="http://schemas.openxmlformats.org/officeDocument/2006/relationships/slideLayout" Target="/ppt/slideLayouts/slideLayout11.xml" Id="R711b956c7ea54fe0" /><Relationship Type="http://schemas.openxmlformats.org/officeDocument/2006/relationships/slideLayout" Target="/ppt/slideLayouts/slideLayout12.xml" Id="R38505f65e6074cf3" /><Relationship Type="http://schemas.openxmlformats.org/officeDocument/2006/relationships/slideLayout" Target="/ppt/slideLayouts/slideLayout13.xml" Id="R722eb25e49734b3c" /><Relationship Type="http://schemas.openxmlformats.org/officeDocument/2006/relationships/slideLayout" Target="/ppt/slideLayouts/slideLayout14.xml" Id="R982098e26b0e4d37" /><Relationship Type="http://schemas.openxmlformats.org/officeDocument/2006/relationships/slideLayout" Target="/ppt/slideLayouts/slideLayout15.xml" Id="Rc0e0f46986f9423c" /><Relationship Type="http://schemas.openxmlformats.org/officeDocument/2006/relationships/slideLayout" Target="/ppt/slideLayouts/slideLayout16.xml" Id="R9e94c189ddf64909" /></Relationships>
</file>

<file path=ppt/slideMasters/slideMaster1.xml><?xml version="1.0" encoding="utf-8"?>
<p:sldMaster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object 2">
            <a:extLst xmlns:a="http://schemas.openxmlformats.org/drawingml/2006/main">
              <a:ext uri="{FF2B5EF4-FFF2-40B4-BE49-F238E27FC236}">
                <a16:creationId xmlns:a16="http://schemas.microsoft.com/office/drawing/2014/main" id="{612CB12F-6620-4CBD-B98C-04DBFF1DE8E0}"/>
              </a:ext>
            </a:extLst>
          </p:cNvPr>
          <p:cNvSpPr>
            <a:spLocks xmlns:a="http://schemas.openxmlformats.org/drawingml/2006/main" noGrp="1"/>
          </p:cNvSpPr>
          <p:nvPr/>
        </p:nvSpPr>
        <p:spPr>
          <a:xfrm xmlns:a="http://schemas.openxmlformats.org/drawingml/2006/main">
            <a:off x="-1" y="6067112"/>
            <a:ext cx="10528501" cy="6077982"/>
          </a:xfrm>
          <a:custGeom xmlns:a="http://schemas.openxmlformats.org/drawingml/2006/main">
            <a:rect l="0" t="0" r="r" b="b"/>
            <a:pathLst>
              <a:path w="21600" h="21600">
                <a:moveTo>
                  <a:pt x="10686" y="0"/>
                </a:moveTo>
                <a:lnTo>
                  <a:pt x="0" y="10650"/>
                </a:lnTo>
                <a:lnTo>
                  <a:pt x="0" y="10812"/>
                </a:lnTo>
                <a:lnTo>
                  <a:pt x="10572" y="21600"/>
                </a:lnTo>
                <a:lnTo>
                  <a:pt x="10801" y="21600"/>
                </a:lnTo>
                <a:lnTo>
                  <a:pt x="21600" y="10730"/>
                </a:lnTo>
                <a:lnTo>
                  <a:pt x="10686" y="0"/>
                </a:lnTo>
                <a:close/>
              </a:path>
            </a:pathLst>
          </a:custGeom>
          <a:solidFill xmlns:a="http://schemas.openxmlformats.org/drawingml/2006/main">
            <a:srgbClr val="2BAAE1">
              <a:alpha val="5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 name="object 3">
            <a:extLst xmlns:a="http://schemas.openxmlformats.org/drawingml/2006/main">
              <a:ext uri="{FF2B5EF4-FFF2-40B4-BE49-F238E27FC236}">
                <a16:creationId xmlns:a16="http://schemas.microsoft.com/office/drawing/2014/main" id="{07A3BE99-A496-4C18-9A65-A7332905CFB8}"/>
              </a:ext>
            </a:extLst>
          </p:cNvPr>
          <p:cNvSpPr>
            <a:spLocks xmlns:a="http://schemas.openxmlformats.org/drawingml/2006/main" noGrp="1"/>
          </p:cNvSpPr>
          <p:nvPr/>
        </p:nvSpPr>
        <p:spPr>
          <a:xfrm xmlns:a="http://schemas.openxmlformats.org/drawingml/2006/main">
            <a:off x="-2" y="6067112"/>
            <a:ext cx="10528501" cy="6077982"/>
          </a:xfrm>
          <a:custGeom xmlns:a="http://schemas.openxmlformats.org/drawingml/2006/main">
            <a:rect l="0" t="0" r="r" b="b"/>
            <a:pathLst>
              <a:path w="21600" h="21600">
                <a:moveTo>
                  <a:pt x="0" y="10650"/>
                </a:moveTo>
                <a:lnTo>
                  <a:pt x="10686" y="0"/>
                </a:lnTo>
                <a:lnTo>
                  <a:pt x="21600" y="10730"/>
                </a:lnTo>
                <a:lnTo>
                  <a:pt x="10801" y="21600"/>
                </a:lnTo>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4" name="object 4">
            <a:extLst xmlns:a="http://schemas.openxmlformats.org/drawingml/2006/main">
              <a:ext uri="{FF2B5EF4-FFF2-40B4-BE49-F238E27FC236}">
                <a16:creationId xmlns:a16="http://schemas.microsoft.com/office/drawing/2014/main" id="{89DD913F-BF15-4693-B19D-97CFAD9E9B69}"/>
              </a:ext>
            </a:extLst>
          </p:cNvPr>
          <p:cNvSpPr>
            <a:spLocks xmlns:a="http://schemas.openxmlformats.org/drawingml/2006/main" noGrp="1"/>
          </p:cNvSpPr>
          <p:nvPr/>
        </p:nvSpPr>
        <p:spPr>
          <a:xfrm xmlns:a="http://schemas.openxmlformats.org/drawingml/2006/main" flipH="1" flipV="1">
            <a:off x="-2" y="9109598"/>
            <a:ext cx="5153284" cy="3035498"/>
          </a:xfrm>
          <a:prstGeom xmlns:a="http://schemas.openxmlformats.org/drawingml/2006/main" prst="line">
            <a:avLst/>
          </a:pr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5" name="object 5">
            <a:extLst xmlns:a="http://schemas.openxmlformats.org/drawingml/2006/main">
              <a:ext uri="{FF2B5EF4-FFF2-40B4-BE49-F238E27FC236}">
                <a16:creationId xmlns:a16="http://schemas.microsoft.com/office/drawing/2014/main" id="{E0A5144D-8890-4DFE-B478-B64E4ABB3E81}"/>
              </a:ext>
            </a:extLst>
          </p:cNvPr>
          <p:cNvSpPr>
            <a:spLocks xmlns:a="http://schemas.openxmlformats.org/drawingml/2006/main" noGrp="1"/>
          </p:cNvSpPr>
          <p:nvPr/>
        </p:nvSpPr>
        <p:spPr>
          <a:xfrm xmlns:a="http://schemas.openxmlformats.org/drawingml/2006/main">
            <a:off x="-1" y="3982317"/>
            <a:ext cx="10528501" cy="6110605"/>
          </a:xfrm>
          <a:custGeom xmlns:a="http://schemas.openxmlformats.org/drawingml/2006/main">
            <a:rect l="0" t="0" r="r" b="b"/>
            <a:pathLst>
              <a:path w="21600" h="21600">
                <a:moveTo>
                  <a:pt x="10686" y="0"/>
                </a:moveTo>
                <a:lnTo>
                  <a:pt x="0" y="10593"/>
                </a:lnTo>
                <a:lnTo>
                  <a:pt x="0" y="10755"/>
                </a:lnTo>
                <a:lnTo>
                  <a:pt x="10686" y="21600"/>
                </a:lnTo>
                <a:lnTo>
                  <a:pt x="21600" y="10673"/>
                </a:lnTo>
                <a:lnTo>
                  <a:pt x="10686" y="0"/>
                </a:lnTo>
                <a:close/>
              </a:path>
            </a:pathLst>
          </a:custGeom>
          <a:solidFill xmlns:a="http://schemas.openxmlformats.org/drawingml/2006/main">
            <a:srgbClr val="2BAAE1">
              <a:alpha val="3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6" name="object 6">
            <a:extLst xmlns:a="http://schemas.openxmlformats.org/drawingml/2006/main">
              <a:ext uri="{FF2B5EF4-FFF2-40B4-BE49-F238E27FC236}">
                <a16:creationId xmlns:a16="http://schemas.microsoft.com/office/drawing/2014/main" id="{733B4E78-C3E7-4363-8714-FBA881FA9574}"/>
              </a:ext>
            </a:extLst>
          </p:cNvPr>
          <p:cNvSpPr>
            <a:spLocks xmlns:a="http://schemas.openxmlformats.org/drawingml/2006/main" noGrp="1"/>
          </p:cNvSpPr>
          <p:nvPr/>
        </p:nvSpPr>
        <p:spPr>
          <a:xfrm xmlns:a="http://schemas.openxmlformats.org/drawingml/2006/main">
            <a:off x="-2" y="3982317"/>
            <a:ext cx="10528501" cy="6110605"/>
          </a:xfrm>
          <a:custGeom xmlns:a="http://schemas.openxmlformats.org/drawingml/2006/main">
            <a:rect l="0" t="0" r="r" b="b"/>
            <a:pathLst>
              <a:path w="21600" h="21600">
                <a:moveTo>
                  <a:pt x="0" y="10593"/>
                </a:moveTo>
                <a:lnTo>
                  <a:pt x="10686" y="0"/>
                </a:lnTo>
                <a:lnTo>
                  <a:pt x="21600" y="10673"/>
                </a:lnTo>
                <a:lnTo>
                  <a:pt x="10686" y="21600"/>
                </a:lnTo>
                <a:lnTo>
                  <a:pt x="0" y="10755"/>
                </a:lnTo>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7" name="object 7">
            <a:extLst xmlns:a="http://schemas.openxmlformats.org/drawingml/2006/main">
              <a:ext uri="{FF2B5EF4-FFF2-40B4-BE49-F238E27FC236}">
                <a16:creationId xmlns:a16="http://schemas.microsoft.com/office/drawing/2014/main" id="{0651A4A3-6AB1-45DB-BF35-F8406BFC5911}"/>
              </a:ext>
            </a:extLst>
          </p:cNvPr>
          <p:cNvSpPr>
            <a:spLocks xmlns:a="http://schemas.openxmlformats.org/drawingml/2006/main" noGrp="1"/>
          </p:cNvSpPr>
          <p:nvPr/>
        </p:nvSpPr>
        <p:spPr>
          <a:xfrm xmlns:a="http://schemas.openxmlformats.org/drawingml/2006/main">
            <a:off x="-1" y="1969408"/>
            <a:ext cx="10528501" cy="6110605"/>
          </a:xfrm>
          <a:custGeom xmlns:a="http://schemas.openxmlformats.org/drawingml/2006/main">
            <a:rect l="0" t="0" r="r" b="b"/>
            <a:pathLst>
              <a:path w="21600" h="21600">
                <a:moveTo>
                  <a:pt x="10686" y="0"/>
                </a:moveTo>
                <a:lnTo>
                  <a:pt x="0" y="10593"/>
                </a:lnTo>
                <a:lnTo>
                  <a:pt x="0" y="10755"/>
                </a:lnTo>
                <a:lnTo>
                  <a:pt x="10686" y="21600"/>
                </a:lnTo>
                <a:lnTo>
                  <a:pt x="21600" y="10673"/>
                </a:lnTo>
                <a:lnTo>
                  <a:pt x="10686" y="0"/>
                </a:lnTo>
                <a:close/>
              </a:path>
            </a:pathLst>
          </a:custGeom>
          <a:solidFill xmlns:a="http://schemas.openxmlformats.org/drawingml/2006/main">
            <a:srgbClr val="2BAAE1">
              <a:alpha val="24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8" name="object 8">
            <a:extLst xmlns:a="http://schemas.openxmlformats.org/drawingml/2006/main">
              <a:ext uri="{FF2B5EF4-FFF2-40B4-BE49-F238E27FC236}">
                <a16:creationId xmlns:a16="http://schemas.microsoft.com/office/drawing/2014/main" id="{CB4DADCB-50B4-4B45-BCC0-81428FB05043}"/>
              </a:ext>
            </a:extLst>
          </p:cNvPr>
          <p:cNvSpPr>
            <a:spLocks xmlns:a="http://schemas.openxmlformats.org/drawingml/2006/main" noGrp="1"/>
          </p:cNvSpPr>
          <p:nvPr/>
        </p:nvSpPr>
        <p:spPr>
          <a:xfrm xmlns:a="http://schemas.openxmlformats.org/drawingml/2006/main">
            <a:off x="-2" y="1969408"/>
            <a:ext cx="10528501" cy="6110605"/>
          </a:xfrm>
          <a:custGeom xmlns:a="http://schemas.openxmlformats.org/drawingml/2006/main">
            <a:rect l="0" t="0" r="r" b="b"/>
            <a:pathLst>
              <a:path w="21600" h="21600">
                <a:moveTo>
                  <a:pt x="0" y="10593"/>
                </a:moveTo>
                <a:lnTo>
                  <a:pt x="10686" y="0"/>
                </a:lnTo>
                <a:lnTo>
                  <a:pt x="21600" y="10673"/>
                </a:lnTo>
                <a:lnTo>
                  <a:pt x="10686" y="21600"/>
                </a:lnTo>
                <a:lnTo>
                  <a:pt x="0" y="10755"/>
                </a:lnTo>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9" name="object 9">
            <a:extLst xmlns:a="http://schemas.openxmlformats.org/drawingml/2006/main">
              <a:ext uri="{FF2B5EF4-FFF2-40B4-BE49-F238E27FC236}">
                <a16:creationId xmlns:a16="http://schemas.microsoft.com/office/drawing/2014/main" id="{91FC2897-3F3A-4DF2-A92B-ABEB9B9F1CD5}"/>
              </a:ext>
            </a:extLst>
          </p:cNvPr>
          <p:cNvSpPr>
            <a:spLocks xmlns:a="http://schemas.openxmlformats.org/drawingml/2006/main" noGrp="1"/>
          </p:cNvSpPr>
          <p:nvPr/>
        </p:nvSpPr>
        <p:spPr>
          <a:xfrm xmlns:a="http://schemas.openxmlformats.org/drawingml/2006/main" flipH="1">
            <a:off x="5264810" y="9086469"/>
            <a:ext cx="5263684" cy="3058625"/>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0" name="object 10">
            <a:extLst xmlns:a="http://schemas.openxmlformats.org/drawingml/2006/main">
              <a:ext uri="{FF2B5EF4-FFF2-40B4-BE49-F238E27FC236}">
                <a16:creationId xmlns:a16="http://schemas.microsoft.com/office/drawing/2014/main" id="{3BA89924-41C5-4868-BBAE-2B5BAAC0A0D2}"/>
              </a:ext>
            </a:extLst>
          </p:cNvPr>
          <p:cNvSpPr>
            <a:spLocks xmlns:a="http://schemas.openxmlformats.org/drawingml/2006/main" noGrp="1"/>
          </p:cNvSpPr>
          <p:nvPr/>
        </p:nvSpPr>
        <p:spPr>
          <a:xfrm xmlns:a="http://schemas.openxmlformats.org/drawingml/2006/main" flipH="1" flipV="1">
            <a:off x="-2" y="9109601"/>
            <a:ext cx="5153291" cy="3035495"/>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1" name="object 11">
            <a:extLst xmlns:a="http://schemas.openxmlformats.org/drawingml/2006/main">
              <a:ext uri="{FF2B5EF4-FFF2-40B4-BE49-F238E27FC236}">
                <a16:creationId xmlns:a16="http://schemas.microsoft.com/office/drawing/2014/main" id="{293C4C5F-CEE6-45E0-83EE-25A1CEF3F26C}"/>
              </a:ext>
            </a:extLst>
          </p:cNvPr>
          <p:cNvSpPr>
            <a:spLocks xmlns:a="http://schemas.openxmlformats.org/drawingml/2006/main" noGrp="1"/>
          </p:cNvSpPr>
          <p:nvPr/>
        </p:nvSpPr>
        <p:spPr>
          <a:xfrm xmlns:a="http://schemas.openxmlformats.org/drawingml/2006/main">
            <a:off x="-1" y="4988763"/>
            <a:ext cx="10528494" cy="3091248"/>
          </a:xfrm>
          <a:custGeom xmlns:a="http://schemas.openxmlformats.org/drawingml/2006/main">
            <a:rect l="0" t="0" r="r" b="b"/>
            <a:pathLst>
              <a:path w="21600" h="21600">
                <a:moveTo>
                  <a:pt x="21600" y="0"/>
                </a:moveTo>
                <a:lnTo>
                  <a:pt x="10686" y="21600"/>
                </a:lnTo>
                <a:lnTo>
                  <a:pt x="0" y="162"/>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2" name="object 12">
            <a:extLst xmlns:a="http://schemas.openxmlformats.org/drawingml/2006/main">
              <a:ext uri="{FF2B5EF4-FFF2-40B4-BE49-F238E27FC236}">
                <a16:creationId xmlns:a16="http://schemas.microsoft.com/office/drawing/2014/main" id="{CE4AA545-131E-469C-A891-7F085D4590B5}"/>
              </a:ext>
            </a:extLst>
          </p:cNvPr>
          <p:cNvSpPr>
            <a:spLocks xmlns:a="http://schemas.openxmlformats.org/drawingml/2006/main" noGrp="1"/>
          </p:cNvSpPr>
          <p:nvPr/>
        </p:nvSpPr>
        <p:spPr>
          <a:xfrm xmlns:a="http://schemas.openxmlformats.org/drawingml/2006/main">
            <a:off x="-1" y="7001674"/>
            <a:ext cx="10528494" cy="3091248"/>
          </a:xfrm>
          <a:custGeom xmlns:a="http://schemas.openxmlformats.org/drawingml/2006/main">
            <a:rect l="0" t="0" r="r" b="b"/>
            <a:pathLst>
              <a:path w="21600" h="21600">
                <a:moveTo>
                  <a:pt x="21600" y="0"/>
                </a:moveTo>
                <a:lnTo>
                  <a:pt x="10686" y="21600"/>
                </a:lnTo>
                <a:lnTo>
                  <a:pt x="0" y="162"/>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3" name="object 13">
            <a:extLst xmlns:a="http://schemas.openxmlformats.org/drawingml/2006/main">
              <a:ext uri="{FF2B5EF4-FFF2-40B4-BE49-F238E27FC236}">
                <a16:creationId xmlns:a16="http://schemas.microsoft.com/office/drawing/2014/main" id="{B551D038-6B78-4271-9EA2-CF58C39C0213}"/>
              </a:ext>
            </a:extLst>
          </p:cNvPr>
          <p:cNvSpPr>
            <a:spLocks xmlns:a="http://schemas.openxmlformats.org/drawingml/2006/main" noGrp="1"/>
          </p:cNvSpPr>
          <p:nvPr/>
        </p:nvSpPr>
        <p:spPr>
          <a:xfrm xmlns:a="http://schemas.openxmlformats.org/drawingml/2006/main" flipV="1">
            <a:off x="-2" y="-2"/>
            <a:ext cx="5133079" cy="2953276"/>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4" name="object 14">
            <a:extLst xmlns:a="http://schemas.openxmlformats.org/drawingml/2006/main">
              <a:ext uri="{FF2B5EF4-FFF2-40B4-BE49-F238E27FC236}">
                <a16:creationId xmlns:a16="http://schemas.microsoft.com/office/drawing/2014/main" id="{514225EE-35C1-4229-A743-6374D4420C00}"/>
              </a:ext>
            </a:extLst>
          </p:cNvPr>
          <p:cNvSpPr>
            <a:spLocks xmlns:a="http://schemas.openxmlformats.org/drawingml/2006/main" noGrp="1"/>
          </p:cNvSpPr>
          <p:nvPr/>
        </p:nvSpPr>
        <p:spPr>
          <a:xfrm xmlns:a="http://schemas.openxmlformats.org/drawingml/2006/main">
            <a:off x="-2" y="-2"/>
            <a:ext cx="10528501" cy="6067114"/>
          </a:xfrm>
          <a:custGeom xmlns:a="http://schemas.openxmlformats.org/drawingml/2006/main">
            <a:rect l="0" t="0" r="r" b="b"/>
            <a:pathLst>
              <a:path w="21600" h="21600">
                <a:moveTo>
                  <a:pt x="10843" y="0"/>
                </a:moveTo>
                <a:lnTo>
                  <a:pt x="21600" y="10595"/>
                </a:lnTo>
                <a:lnTo>
                  <a:pt x="10686" y="21600"/>
                </a:lnTo>
                <a:lnTo>
                  <a:pt x="0" y="10677"/>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5" name="object 15">
            <a:extLst xmlns:a="http://schemas.openxmlformats.org/drawingml/2006/main">
              <a:ext uri="{FF2B5EF4-FFF2-40B4-BE49-F238E27FC236}">
                <a16:creationId xmlns:a16="http://schemas.microsoft.com/office/drawing/2014/main" id="{570BC144-1D59-44A1-BE03-67AE2AEFDAB8}"/>
              </a:ext>
            </a:extLst>
          </p:cNvPr>
          <p:cNvSpPr>
            <a:spLocks xmlns:a="http://schemas.openxmlformats.org/drawingml/2006/main" noGrp="1"/>
          </p:cNvSpPr>
          <p:nvPr/>
        </p:nvSpPr>
        <p:spPr>
          <a:xfrm xmlns:a="http://schemas.openxmlformats.org/drawingml/2006/main">
            <a:off x="-1" y="-2"/>
            <a:ext cx="10528501" cy="6067114"/>
          </a:xfrm>
          <a:custGeom xmlns:a="http://schemas.openxmlformats.org/drawingml/2006/main">
            <a:rect l="0" t="0" r="r" b="b"/>
            <a:pathLst>
              <a:path w="21600" h="21600">
                <a:moveTo>
                  <a:pt x="10843" y="0"/>
                </a:moveTo>
                <a:lnTo>
                  <a:pt x="10531" y="0"/>
                </a:lnTo>
                <a:lnTo>
                  <a:pt x="0" y="10514"/>
                </a:lnTo>
                <a:lnTo>
                  <a:pt x="0" y="10677"/>
                </a:lnTo>
                <a:lnTo>
                  <a:pt x="10686" y="21600"/>
                </a:lnTo>
                <a:lnTo>
                  <a:pt x="21600" y="10595"/>
                </a:lnTo>
                <a:lnTo>
                  <a:pt x="10843" y="0"/>
                </a:lnTo>
                <a:close/>
              </a:path>
            </a:pathLst>
          </a:custGeom>
          <a:solidFill xmlns:a="http://schemas.openxmlformats.org/drawingml/2006/main">
            <a:srgbClr val="2BAAE1">
              <a:alpha val="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6" name="object 16">
            <a:extLst xmlns:a="http://schemas.openxmlformats.org/drawingml/2006/main">
              <a:ext uri="{FF2B5EF4-FFF2-40B4-BE49-F238E27FC236}">
                <a16:creationId xmlns:a16="http://schemas.microsoft.com/office/drawing/2014/main" id="{3A584670-A713-487B-8BF9-948883FA1644}"/>
              </a:ext>
            </a:extLst>
          </p:cNvPr>
          <p:cNvSpPr>
            <a:spLocks xmlns:a="http://schemas.openxmlformats.org/drawingml/2006/main" noGrp="1"/>
          </p:cNvSpPr>
          <p:nvPr/>
        </p:nvSpPr>
        <p:spPr>
          <a:xfrm xmlns:a="http://schemas.openxmlformats.org/drawingml/2006/main" flipV="1">
            <a:off x="-2" y="-2"/>
            <a:ext cx="5133079" cy="2953276"/>
          </a:xfrm>
          <a:prstGeom xmlns:a="http://schemas.openxmlformats.org/drawingml/2006/main" prst="line">
            <a:avLst/>
          </a:pr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7" name="object 17">
            <a:extLst xmlns:a="http://schemas.openxmlformats.org/drawingml/2006/main">
              <a:ext uri="{FF2B5EF4-FFF2-40B4-BE49-F238E27FC236}">
                <a16:creationId xmlns:a16="http://schemas.microsoft.com/office/drawing/2014/main" id="{E6F62EBC-1703-48F4-A0B1-71CC39BC0F2B}"/>
              </a:ext>
            </a:extLst>
          </p:cNvPr>
          <p:cNvSpPr>
            <a:spLocks xmlns:a="http://schemas.openxmlformats.org/drawingml/2006/main" noGrp="1"/>
          </p:cNvSpPr>
          <p:nvPr/>
        </p:nvSpPr>
        <p:spPr>
          <a:xfrm xmlns:a="http://schemas.openxmlformats.org/drawingml/2006/main">
            <a:off x="-2" y="-2"/>
            <a:ext cx="10528501" cy="6067114"/>
          </a:xfrm>
          <a:custGeom xmlns:a="http://schemas.openxmlformats.org/drawingml/2006/main">
            <a:rect l="0" t="0" r="r" b="b"/>
            <a:pathLst>
              <a:path w="21600" h="21600">
                <a:moveTo>
                  <a:pt x="10843" y="0"/>
                </a:moveTo>
                <a:lnTo>
                  <a:pt x="21600" y="10595"/>
                </a:lnTo>
                <a:lnTo>
                  <a:pt x="10686" y="21600"/>
                </a:lnTo>
                <a:lnTo>
                  <a:pt x="0" y="10677"/>
                </a:lnTo>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8" name="object 18">
            <a:extLst xmlns:a="http://schemas.openxmlformats.org/drawingml/2006/main">
              <a:ext uri="{FF2B5EF4-FFF2-40B4-BE49-F238E27FC236}">
                <a16:creationId xmlns:a16="http://schemas.microsoft.com/office/drawing/2014/main" id="{7CAF85E5-A851-447E-91F6-87D041196024}"/>
              </a:ext>
            </a:extLst>
          </p:cNvPr>
          <p:cNvSpPr>
            <a:spLocks xmlns:a="http://schemas.openxmlformats.org/drawingml/2006/main" noGrp="1"/>
          </p:cNvSpPr>
          <p:nvPr/>
        </p:nvSpPr>
        <p:spPr>
          <a:xfrm xmlns:a="http://schemas.openxmlformats.org/drawingml/2006/main">
            <a:off x="5309947" y="-2"/>
            <a:ext cx="5231734" cy="9123114"/>
          </a:xfrm>
          <a:custGeom xmlns:a="http://schemas.openxmlformats.org/drawingml/2006/main">
            <a:rect l="0" t="0" r="r" b="b"/>
            <a:pathLst>
              <a:path w="21600" h="21600">
                <a:moveTo>
                  <a:pt x="21600" y="21600"/>
                </a:moveTo>
                <a:lnTo>
                  <a:pt x="21600" y="7151"/>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19" name="object 19">
            <a:extLst xmlns:a="http://schemas.openxmlformats.org/drawingml/2006/main">
              <a:ext uri="{FF2B5EF4-FFF2-40B4-BE49-F238E27FC236}">
                <a16:creationId xmlns:a16="http://schemas.microsoft.com/office/drawing/2014/main" id="{D9033C9D-3D83-450E-BA20-CE4B9EC0718E}"/>
              </a:ext>
            </a:extLst>
          </p:cNvPr>
          <p:cNvSpPr>
            <a:spLocks xmlns:a="http://schemas.openxmlformats.org/drawingml/2006/main" noGrp="1"/>
          </p:cNvSpPr>
          <p:nvPr/>
        </p:nvSpPr>
        <p:spPr>
          <a:xfrm xmlns:a="http://schemas.openxmlformats.org/drawingml/2006/main" flipH="1">
            <a:off x="-2" y="-2"/>
            <a:ext cx="5203487" cy="3004232"/>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0" name="object 20">
            <a:extLst xmlns:a="http://schemas.openxmlformats.org/drawingml/2006/main">
              <a:ext uri="{FF2B5EF4-FFF2-40B4-BE49-F238E27FC236}">
                <a16:creationId xmlns:a16="http://schemas.microsoft.com/office/drawing/2014/main" id="{8576BCBE-14AF-4DD1-AAF5-BF77E3D9D3AE}"/>
              </a:ext>
            </a:extLst>
          </p:cNvPr>
          <p:cNvSpPr>
            <a:spLocks xmlns:a="http://schemas.openxmlformats.org/drawingml/2006/main" noGrp="1"/>
          </p:cNvSpPr>
          <p:nvPr/>
        </p:nvSpPr>
        <p:spPr>
          <a:xfrm xmlns:a="http://schemas.openxmlformats.org/drawingml/2006/main">
            <a:off x="-2" y="9139426"/>
            <a:ext cx="5205993" cy="3005667"/>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1" name="object 21">
            <a:extLst xmlns:a="http://schemas.openxmlformats.org/drawingml/2006/main">
              <a:ext uri="{FF2B5EF4-FFF2-40B4-BE49-F238E27FC236}">
                <a16:creationId xmlns:a16="http://schemas.microsoft.com/office/drawing/2014/main" id="{EA3C9D6F-C93F-4D32-A7A5-D44EE6E24CF1}"/>
              </a:ext>
            </a:extLst>
          </p:cNvPr>
          <p:cNvSpPr>
            <a:spLocks xmlns:a="http://schemas.openxmlformats.org/drawingml/2006/main" noGrp="1"/>
          </p:cNvSpPr>
          <p:nvPr/>
        </p:nvSpPr>
        <p:spPr>
          <a:xfrm xmlns:a="http://schemas.openxmlformats.org/drawingml/2006/main" flipV="1">
            <a:off x="5307442" y="9123112"/>
            <a:ext cx="5234240" cy="3021981"/>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2" name="object 22">
            <a:extLst xmlns:a="http://schemas.openxmlformats.org/drawingml/2006/main">
              <a:ext uri="{FF2B5EF4-FFF2-40B4-BE49-F238E27FC236}">
                <a16:creationId xmlns:a16="http://schemas.microsoft.com/office/drawing/2014/main" id="{9E3490B4-CAF3-4E72-8A4D-3F4821C8B37B}"/>
              </a:ext>
            </a:extLst>
          </p:cNvPr>
          <p:cNvSpPr>
            <a:spLocks xmlns:a="http://schemas.openxmlformats.org/drawingml/2006/main" noGrp="1"/>
          </p:cNvSpPr>
          <p:nvPr/>
        </p:nvSpPr>
        <p:spPr>
          <a:xfrm xmlns:a="http://schemas.openxmlformats.org/drawingml/2006/main" flipH="1">
            <a:off x="5259993" y="6030870"/>
            <a:ext cx="1" cy="6114224"/>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3" name="object 27">
            <a:extLst xmlns:a="http://schemas.openxmlformats.org/drawingml/2006/main">
              <a:ext uri="{FF2B5EF4-FFF2-40B4-BE49-F238E27FC236}">
                <a16:creationId xmlns:a16="http://schemas.microsoft.com/office/drawing/2014/main" id="{4D3E81AD-80B9-44C1-876E-757419D630BE}"/>
              </a:ext>
            </a:extLst>
          </p:cNvPr>
          <p:cNvSpPr>
            <a:spLocks xmlns:a="http://schemas.openxmlformats.org/drawingml/2006/main" noGrp="1"/>
          </p:cNvSpPr>
          <p:nvPr/>
        </p:nvSpPr>
        <p:spPr>
          <a:xfrm xmlns:a="http://schemas.openxmlformats.org/drawingml/2006/main">
            <a:off x="8741856" y="11207295"/>
            <a:ext cx="2076051" cy="1"/>
          </a:xfrm>
          <a:prstGeom xmlns:a="http://schemas.openxmlformats.org/drawingml/2006/main" prst="line">
            <a:avLst/>
          </a:prstGeom>
          <a:noFill xmlns:a="http://schemas.openxmlformats.org/drawingml/2006/main"/>
          <a:ln xmlns:a="http://schemas.openxmlformats.org/drawingml/2006/main" w="21713">
            <a:solidFill>
              <a:srgbClr val="F09C29"/>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5" name="Rectangle">
            <a:extLst xmlns:a="http://schemas.openxmlformats.org/drawingml/2006/main">
              <a:ext uri="{FF2B5EF4-FFF2-40B4-BE49-F238E27FC236}">
                <a16:creationId xmlns:a16="http://schemas.microsoft.com/office/drawing/2014/main" id="{0F700699-E8F3-443A-BD0A-99328186EF87}"/>
              </a:ext>
            </a:extLst>
          </p:cNvPr>
          <p:cNvSpPr>
            <a:spLocks xmlns:a="http://schemas.openxmlformats.org/drawingml/2006/main" noGrp="1"/>
          </p:cNvSpPr>
          <p:nvPr/>
        </p:nvSpPr>
        <p:spPr>
          <a:xfrm xmlns:a="http://schemas.openxmlformats.org/drawingml/2006/main">
            <a:off x="-158750" y="-98425"/>
            <a:ext cx="20421600" cy="12245975"/>
          </a:xfrm>
          <a:prstGeom xmlns:a="http://schemas.openxmlformats.org/drawingml/2006/main" prst="rect">
            <a:avLst/>
          </a:prstGeom>
          <a:solidFill xmlns:a="http://schemas.openxmlformats.org/drawingml/2006/main">
            <a:srgbClr val="FFFFFF">
              <a:alpha val="91000"/>
            </a:srgbClr>
          </a:solidFill>
          <a:ln xmlns:a="http://schemas.openxmlformats.org/drawingml/2006/main" w="12700">
            <a:noFill/>
          </a:ln>
        </p:spPr>
        <p:txBody>
          <a:bodyPr xmlns:a="http://schemas.openxmlformats.org/drawingml/2006/main" wrap="square" lIns="45719" tIns="45719" rIns="45719" bIns="45719" anchor="ctr">
            <a:noAutofit/>
          </a:bodyPr>
          <a:lstStyle xmlns:a="http://schemas.openxmlformats.org/drawingml/2006/main"/>
          <a:p xmlns:a="http://schemas.openxmlformats.org/drawingml/2006/main">
            <a:pPr algn="ctr">
              <a:buNone/>
              <a:defRPr>
                <a:solidFill>
                  <a:srgbClr val="FFFFFF"/>
                </a:solidFill>
              </a:defRPr>
            </a:pPr>
            <a:endParaRPr/>
          </a:p>
        </p:txBody>
      </p:sp>
      <p:sp>
        <p:nvSpPr>
          <p:cNvPr id="26" name="v">
            <a:extLst xmlns:a="http://schemas.openxmlformats.org/drawingml/2006/main">
              <a:ext uri="{FF2B5EF4-FFF2-40B4-BE49-F238E27FC236}">
                <a16:creationId xmlns:a16="http://schemas.microsoft.com/office/drawing/2014/main" id="{16688369-AF58-4577-97B2-F40F166F4CCB}"/>
              </a:ext>
            </a:extLst>
          </p:cNvPr>
          <p:cNvSpPr>
            <a:spLocks xmlns:a="http://schemas.openxmlformats.org/drawingml/2006/main" noGrp="1"/>
          </p:cNvSpPr>
          <p:nvPr/>
        </p:nvSpPr>
        <p:spPr>
          <a:xfrm xmlns:a="http://schemas.openxmlformats.org/drawingml/2006/main">
            <a:off x="-113031" y="5849231"/>
            <a:ext cx="20330162" cy="350663"/>
          </a:xfrm>
          <a:prstGeom xmlns:a="http://schemas.openxmlformats.org/drawingml/2006/main" prst="rect">
            <a:avLst/>
          </a:prstGeom>
          <a:noFill xmlns:a="http://schemas.openxmlformats.org/drawingml/2006/main"/>
          <a:ln xmlns:a="http://schemas.openxmlformats.org/drawingml/2006/main" w="12700">
            <a:noFill/>
          </a:ln>
        </p:spPr>
        <p:txBody>
          <a:bodyPr xmlns:a="http://schemas.openxmlformats.org/drawingml/2006/main" wrap="square" lIns="45719" tIns="45719" rIns="45719" bIns="45719" anchor="ctr">
            <a:spAutoFit/>
          </a:bodyPr>
          <a:lstStyle xmlns:a="http://schemas.openxmlformats.org/drawingml/2006/main">
            <a:lvl1pPr algn="ctr">
              <a:buNone/>
              <a:defRPr>
                <a:solidFill>
                  <a:srgbClr val="FFFFFF"/>
                </a:solidFill>
              </a:defRPr>
            </a:lvl1pPr>
          </a:lstStyle>
          <a:p xmlns:a="http://schemas.openxmlformats.org/drawingml/2006/main">
            <a:r>
              <a:t>v</a:t>
            </a:r>
          </a:p>
        </p:txBody>
      </p:sp>
      <p:sp>
        <p:nvSpPr>
          <p:cNvPr id="28" name="object 30">
            <a:extLst xmlns:a="http://schemas.openxmlformats.org/drawingml/2006/main">
              <a:ext uri="{FF2B5EF4-FFF2-40B4-BE49-F238E27FC236}">
                <a16:creationId xmlns:a16="http://schemas.microsoft.com/office/drawing/2014/main" id="{2A3DA977-4DC3-4768-B60B-74DA4233EFAC}"/>
              </a:ext>
            </a:extLst>
          </p:cNvPr>
          <p:cNvSpPr>
            <a:spLocks xmlns:a="http://schemas.openxmlformats.org/drawingml/2006/main" noGrp="1"/>
          </p:cNvSpPr>
          <p:nvPr/>
        </p:nvSpPr>
        <p:spPr>
          <a:xfrm xmlns:a="http://schemas.openxmlformats.org/drawingml/2006/main">
            <a:off x="16389773" y="635855"/>
            <a:ext cx="742765" cy="429494"/>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5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29" name="object 31">
            <a:extLst xmlns:a="http://schemas.openxmlformats.org/drawingml/2006/main">
              <a:ext uri="{FF2B5EF4-FFF2-40B4-BE49-F238E27FC236}">
                <a16:creationId xmlns:a16="http://schemas.microsoft.com/office/drawing/2014/main" id="{A8F5913A-3C9E-412C-937D-6C5A99B908AD}"/>
              </a:ext>
            </a:extLst>
          </p:cNvPr>
          <p:cNvSpPr>
            <a:spLocks xmlns:a="http://schemas.openxmlformats.org/drawingml/2006/main" noGrp="1"/>
          </p:cNvSpPr>
          <p:nvPr/>
        </p:nvSpPr>
        <p:spPr>
          <a:xfrm xmlns:a="http://schemas.openxmlformats.org/drawingml/2006/main">
            <a:off x="16389773" y="635855"/>
            <a:ext cx="742765" cy="429494"/>
          </a:xfrm>
          <a:custGeom xmlns:a="http://schemas.openxmlformats.org/drawingml/2006/main">
            <a:rect l="0" t="0" r="r" b="b"/>
            <a:pathLst>
              <a:path w="21600" h="21600">
                <a:moveTo>
                  <a:pt x="0" y="10673"/>
                </a:moveTo>
                <a:lnTo>
                  <a:pt x="10727" y="0"/>
                </a:lnTo>
                <a:lnTo>
                  <a:pt x="21600" y="10673"/>
                </a:lnTo>
                <a:lnTo>
                  <a:pt x="10727"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0" name="object 32">
            <a:extLst xmlns:a="http://schemas.openxmlformats.org/drawingml/2006/main">
              <a:ext uri="{FF2B5EF4-FFF2-40B4-BE49-F238E27FC236}">
                <a16:creationId xmlns:a16="http://schemas.microsoft.com/office/drawing/2014/main" id="{0E8C8387-7581-4E08-865A-5A4C9F2AB7C3}"/>
              </a:ext>
            </a:extLst>
          </p:cNvPr>
          <p:cNvSpPr>
            <a:spLocks xmlns:a="http://schemas.openxmlformats.org/drawingml/2006/main" noGrp="1"/>
          </p:cNvSpPr>
          <p:nvPr/>
        </p:nvSpPr>
        <p:spPr>
          <a:xfrm xmlns:a="http://schemas.openxmlformats.org/drawingml/2006/main">
            <a:off x="16389773" y="489324"/>
            <a:ext cx="742765" cy="429495"/>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3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1" name="object 33">
            <a:extLst xmlns:a="http://schemas.openxmlformats.org/drawingml/2006/main">
              <a:ext uri="{FF2B5EF4-FFF2-40B4-BE49-F238E27FC236}">
                <a16:creationId xmlns:a16="http://schemas.microsoft.com/office/drawing/2014/main" id="{AE262B96-0ECA-488D-AA69-1D7417C8D1C5}"/>
              </a:ext>
            </a:extLst>
          </p:cNvPr>
          <p:cNvSpPr>
            <a:spLocks xmlns:a="http://schemas.openxmlformats.org/drawingml/2006/main" noGrp="1"/>
          </p:cNvSpPr>
          <p:nvPr/>
        </p:nvSpPr>
        <p:spPr>
          <a:xfrm xmlns:a="http://schemas.openxmlformats.org/drawingml/2006/main">
            <a:off x="16389773" y="489324"/>
            <a:ext cx="742765" cy="429495"/>
          </a:xfrm>
          <a:custGeom xmlns:a="http://schemas.openxmlformats.org/drawingml/2006/main">
            <a:rect l="0" t="0" r="r" b="b"/>
            <a:pathLst>
              <a:path w="21600" h="21600">
                <a:moveTo>
                  <a:pt x="0" y="10673"/>
                </a:moveTo>
                <a:lnTo>
                  <a:pt x="10727" y="0"/>
                </a:lnTo>
                <a:lnTo>
                  <a:pt x="21600" y="10673"/>
                </a:lnTo>
                <a:lnTo>
                  <a:pt x="10727"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2" name="object 34">
            <a:extLst xmlns:a="http://schemas.openxmlformats.org/drawingml/2006/main">
              <a:ext uri="{FF2B5EF4-FFF2-40B4-BE49-F238E27FC236}">
                <a16:creationId xmlns:a16="http://schemas.microsoft.com/office/drawing/2014/main" id="{8084647A-E386-4853-AA22-8157F3B09244}"/>
              </a:ext>
            </a:extLst>
          </p:cNvPr>
          <p:cNvSpPr>
            <a:spLocks xmlns:a="http://schemas.openxmlformats.org/drawingml/2006/main" noGrp="1"/>
          </p:cNvSpPr>
          <p:nvPr/>
        </p:nvSpPr>
        <p:spPr>
          <a:xfrm xmlns:a="http://schemas.openxmlformats.org/drawingml/2006/main">
            <a:off x="16389773" y="347849"/>
            <a:ext cx="742765" cy="429494"/>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25000"/>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3" name="object 35">
            <a:extLst xmlns:a="http://schemas.openxmlformats.org/drawingml/2006/main">
              <a:ext uri="{FF2B5EF4-FFF2-40B4-BE49-F238E27FC236}">
                <a16:creationId xmlns:a16="http://schemas.microsoft.com/office/drawing/2014/main" id="{36E6F598-5FE0-49E0-B56E-C01DB5EF17C0}"/>
              </a:ext>
            </a:extLst>
          </p:cNvPr>
          <p:cNvSpPr>
            <a:spLocks xmlns:a="http://schemas.openxmlformats.org/drawingml/2006/main" noGrp="1"/>
          </p:cNvSpPr>
          <p:nvPr/>
        </p:nvSpPr>
        <p:spPr>
          <a:xfrm xmlns:a="http://schemas.openxmlformats.org/drawingml/2006/main">
            <a:off x="16389773" y="347849"/>
            <a:ext cx="742765" cy="429494"/>
          </a:xfrm>
          <a:custGeom xmlns:a="http://schemas.openxmlformats.org/drawingml/2006/main">
            <a:rect l="0" t="0" r="r" b="b"/>
            <a:pathLst>
              <a:path w="21600" h="21600">
                <a:moveTo>
                  <a:pt x="0" y="10673"/>
                </a:moveTo>
                <a:lnTo>
                  <a:pt x="10727" y="0"/>
                </a:lnTo>
                <a:lnTo>
                  <a:pt x="21600" y="10673"/>
                </a:lnTo>
                <a:lnTo>
                  <a:pt x="10727"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4" name="object 36">
            <a:extLst xmlns:a="http://schemas.openxmlformats.org/drawingml/2006/main">
              <a:ext uri="{FF2B5EF4-FFF2-40B4-BE49-F238E27FC236}">
                <a16:creationId xmlns:a16="http://schemas.microsoft.com/office/drawing/2014/main" id="{BA09C5A3-C6F0-48B7-B68C-103CF84068B2}"/>
              </a:ext>
            </a:extLst>
          </p:cNvPr>
          <p:cNvSpPr>
            <a:spLocks xmlns:a="http://schemas.openxmlformats.org/drawingml/2006/main" noGrp="1"/>
          </p:cNvSpPr>
          <p:nvPr/>
        </p:nvSpPr>
        <p:spPr>
          <a:xfrm xmlns:a="http://schemas.openxmlformats.org/drawingml/2006/main">
            <a:off x="16389777" y="848085"/>
            <a:ext cx="742766" cy="217263"/>
          </a:xfrm>
          <a:custGeom xmlns:a="http://schemas.openxmlformats.org/drawingml/2006/main">
            <a:rect l="0" t="0" r="r" b="b"/>
            <a:pathLst>
              <a:path w="21600" h="21600">
                <a:moveTo>
                  <a:pt x="21600" y="0"/>
                </a:moveTo>
                <a:lnTo>
                  <a:pt x="10726"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5" name="object 37">
            <a:extLst xmlns:a="http://schemas.openxmlformats.org/drawingml/2006/main">
              <a:ext uri="{FF2B5EF4-FFF2-40B4-BE49-F238E27FC236}">
                <a16:creationId xmlns:a16="http://schemas.microsoft.com/office/drawing/2014/main" id="{7D306CCC-F820-4849-A5A9-A6EB87073DAA}"/>
              </a:ext>
            </a:extLst>
          </p:cNvPr>
          <p:cNvSpPr>
            <a:spLocks xmlns:a="http://schemas.openxmlformats.org/drawingml/2006/main" noGrp="1"/>
          </p:cNvSpPr>
          <p:nvPr/>
        </p:nvSpPr>
        <p:spPr>
          <a:xfrm xmlns:a="http://schemas.openxmlformats.org/drawingml/2006/main">
            <a:off x="16389777" y="560068"/>
            <a:ext cx="742766" cy="217274"/>
          </a:xfrm>
          <a:custGeom xmlns:a="http://schemas.openxmlformats.org/drawingml/2006/main">
            <a:rect l="0" t="0" r="r" b="b"/>
            <a:pathLst>
              <a:path w="21600" h="21600">
                <a:moveTo>
                  <a:pt x="21600" y="0"/>
                </a:moveTo>
                <a:lnTo>
                  <a:pt x="10726"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6" name="object 38">
            <a:extLst xmlns:a="http://schemas.openxmlformats.org/drawingml/2006/main">
              <a:ext uri="{FF2B5EF4-FFF2-40B4-BE49-F238E27FC236}">
                <a16:creationId xmlns:a16="http://schemas.microsoft.com/office/drawing/2014/main" id="{F96B0123-0054-4119-8A7D-5DBE549742B7}"/>
              </a:ext>
            </a:extLst>
          </p:cNvPr>
          <p:cNvSpPr>
            <a:spLocks xmlns:a="http://schemas.openxmlformats.org/drawingml/2006/main" noGrp="1"/>
          </p:cNvSpPr>
          <p:nvPr/>
        </p:nvSpPr>
        <p:spPr>
          <a:xfrm xmlns:a="http://schemas.openxmlformats.org/drawingml/2006/main">
            <a:off x="16389777" y="701553"/>
            <a:ext cx="742766" cy="217264"/>
          </a:xfrm>
          <a:custGeom xmlns:a="http://schemas.openxmlformats.org/drawingml/2006/main">
            <a:rect l="0" t="0" r="r" b="b"/>
            <a:pathLst>
              <a:path w="21600" h="21600">
                <a:moveTo>
                  <a:pt x="21600" y="0"/>
                </a:moveTo>
                <a:lnTo>
                  <a:pt x="10726" y="21600"/>
                </a:lnTo>
                <a:lnTo>
                  <a:pt x="0" y="0"/>
                </a:lnTo>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7" name="object 39">
            <a:extLst xmlns:a="http://schemas.openxmlformats.org/drawingml/2006/main">
              <a:ext uri="{FF2B5EF4-FFF2-40B4-BE49-F238E27FC236}">
                <a16:creationId xmlns:a16="http://schemas.microsoft.com/office/drawing/2014/main" id="{1E31340B-4382-42A6-ABC3-3E6CA4CE8162}"/>
              </a:ext>
            </a:extLst>
          </p:cNvPr>
          <p:cNvSpPr>
            <a:spLocks xmlns:a="http://schemas.openxmlformats.org/drawingml/2006/main" noGrp="1"/>
          </p:cNvSpPr>
          <p:nvPr/>
        </p:nvSpPr>
        <p:spPr>
          <a:xfrm xmlns:a="http://schemas.openxmlformats.org/drawingml/2006/main">
            <a:off x="16389773" y="206374"/>
            <a:ext cx="742765" cy="429483"/>
          </a:xfrm>
          <a:custGeom xmlns:a="http://schemas.openxmlformats.org/drawingml/2006/main">
            <a:rect l="0" t="0" r="r" b="b"/>
            <a:pathLst>
              <a:path w="21600" h="21600">
                <a:moveTo>
                  <a:pt x="0" y="10673"/>
                </a:moveTo>
                <a:lnTo>
                  <a:pt x="10727" y="0"/>
                </a:lnTo>
                <a:lnTo>
                  <a:pt x="21600" y="10673"/>
                </a:lnTo>
                <a:lnTo>
                  <a:pt x="10727" y="21600"/>
                </a:lnTo>
                <a:lnTo>
                  <a:pt x="0" y="10673"/>
                </a:lnTo>
                <a:close/>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8" name="object 40">
            <a:extLst xmlns:a="http://schemas.openxmlformats.org/drawingml/2006/main">
              <a:ext uri="{FF2B5EF4-FFF2-40B4-BE49-F238E27FC236}">
                <a16:creationId xmlns:a16="http://schemas.microsoft.com/office/drawing/2014/main" id="{F1C9712E-5294-4421-861B-026E7FC19313}"/>
              </a:ext>
            </a:extLst>
          </p:cNvPr>
          <p:cNvSpPr>
            <a:spLocks xmlns:a="http://schemas.openxmlformats.org/drawingml/2006/main" noGrp="1"/>
          </p:cNvSpPr>
          <p:nvPr/>
        </p:nvSpPr>
        <p:spPr>
          <a:xfrm xmlns:a="http://schemas.openxmlformats.org/drawingml/2006/main">
            <a:off x="16389773" y="206374"/>
            <a:ext cx="742765" cy="429483"/>
          </a:xfrm>
          <a:custGeom xmlns:a="http://schemas.openxmlformats.org/drawingml/2006/main">
            <a:rect l="0" t="0" r="r" b="b"/>
            <a:pathLst>
              <a:path w="21600" h="21600">
                <a:moveTo>
                  <a:pt x="10727" y="0"/>
                </a:moveTo>
                <a:lnTo>
                  <a:pt x="0" y="10673"/>
                </a:lnTo>
                <a:lnTo>
                  <a:pt x="10727" y="21600"/>
                </a:lnTo>
                <a:lnTo>
                  <a:pt x="21600" y="10673"/>
                </a:lnTo>
                <a:lnTo>
                  <a:pt x="10727" y="0"/>
                </a:lnTo>
                <a:close/>
              </a:path>
            </a:pathLst>
          </a:custGeom>
          <a:solidFill xmlns:a="http://schemas.openxmlformats.org/drawingml/2006/main">
            <a:srgbClr val="2BAAE1">
              <a:alpha val="9999"/>
            </a:srgbClr>
          </a:solidFill>
          <a:ln xmlns:a="http://schemas.openxmlformats.org/drawingml/2006/main" w="12700">
            <a:noFill/>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39" name="object 41">
            <a:extLst xmlns:a="http://schemas.openxmlformats.org/drawingml/2006/main">
              <a:ext uri="{FF2B5EF4-FFF2-40B4-BE49-F238E27FC236}">
                <a16:creationId xmlns:a16="http://schemas.microsoft.com/office/drawing/2014/main" id="{0D37E21A-CD12-4A1F-AACF-4F0A6B1D3E4D}"/>
              </a:ext>
            </a:extLst>
          </p:cNvPr>
          <p:cNvSpPr>
            <a:spLocks xmlns:a="http://schemas.openxmlformats.org/drawingml/2006/main" noGrp="1"/>
          </p:cNvSpPr>
          <p:nvPr/>
        </p:nvSpPr>
        <p:spPr>
          <a:xfrm xmlns:a="http://schemas.openxmlformats.org/drawingml/2006/main">
            <a:off x="16389773" y="206374"/>
            <a:ext cx="742765" cy="429483"/>
          </a:xfrm>
          <a:custGeom xmlns:a="http://schemas.openxmlformats.org/drawingml/2006/main">
            <a:rect l="0" t="0" r="r" b="b"/>
            <a:pathLst>
              <a:path w="21600" h="21600">
                <a:moveTo>
                  <a:pt x="0" y="10673"/>
                </a:moveTo>
                <a:lnTo>
                  <a:pt x="10727" y="0"/>
                </a:lnTo>
                <a:lnTo>
                  <a:pt x="21600" y="10673"/>
                </a:lnTo>
                <a:lnTo>
                  <a:pt x="10727" y="21600"/>
                </a:lnTo>
                <a:lnTo>
                  <a:pt x="0" y="10673"/>
                </a:lnTo>
                <a:close/>
              </a:path>
            </a:pathLst>
          </a:custGeom>
          <a:noFill xmlns:a="http://schemas.openxmlformats.org/drawingml/2006/main"/>
          <a:ln xmlns:a="http://schemas.openxmlformats.org/drawingml/2006/main" w="10872">
            <a:solidFill>
              <a:srgbClr val="28285B"/>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40" name="object 42">
            <a:extLst xmlns:a="http://schemas.openxmlformats.org/drawingml/2006/main">
              <a:ext uri="{FF2B5EF4-FFF2-40B4-BE49-F238E27FC236}">
                <a16:creationId xmlns:a16="http://schemas.microsoft.com/office/drawing/2014/main" id="{67278DDC-7702-4132-B923-E5FCEFFE18A2}"/>
              </a:ext>
            </a:extLst>
          </p:cNvPr>
          <p:cNvSpPr>
            <a:spLocks xmlns:a="http://schemas.openxmlformats.org/drawingml/2006/main" noGrp="1"/>
          </p:cNvSpPr>
          <p:nvPr/>
        </p:nvSpPr>
        <p:spPr>
          <a:xfrm xmlns:a="http://schemas.openxmlformats.org/drawingml/2006/main">
            <a:off x="16390550" y="207267"/>
            <a:ext cx="742917" cy="857856"/>
          </a:xfrm>
          <a:custGeom xmlns:a="http://schemas.openxmlformats.org/drawingml/2006/main">
            <a:rect l="0" t="0" r="r" b="b"/>
            <a:pathLst>
              <a:path w="21600" h="21600">
                <a:moveTo>
                  <a:pt x="21600" y="16200"/>
                </a:moveTo>
                <a:lnTo>
                  <a:pt x="21600" y="5400"/>
                </a:lnTo>
                <a:lnTo>
                  <a:pt x="10800" y="0"/>
                </a:lnTo>
                <a:lnTo>
                  <a:pt x="0" y="5400"/>
                </a:lnTo>
                <a:lnTo>
                  <a:pt x="0" y="16200"/>
                </a:lnTo>
                <a:lnTo>
                  <a:pt x="10800" y="21600"/>
                </a:lnTo>
                <a:lnTo>
                  <a:pt x="21600" y="16200"/>
                </a:lnTo>
                <a:close/>
              </a:path>
            </a:pathLst>
          </a:cu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41" name="object 43">
            <a:extLst xmlns:a="http://schemas.openxmlformats.org/drawingml/2006/main">
              <a:ext uri="{FF2B5EF4-FFF2-40B4-BE49-F238E27FC236}">
                <a16:creationId xmlns:a16="http://schemas.microsoft.com/office/drawing/2014/main" id="{CB0D49A8-CBB5-4750-B621-2F2B75DC8DC3}"/>
              </a:ext>
            </a:extLst>
          </p:cNvPr>
          <p:cNvSpPr>
            <a:spLocks xmlns:a="http://schemas.openxmlformats.org/drawingml/2006/main" noGrp="1"/>
          </p:cNvSpPr>
          <p:nvPr/>
        </p:nvSpPr>
        <p:spPr>
          <a:xfrm xmlns:a="http://schemas.openxmlformats.org/drawingml/2006/main" flipH="1">
            <a:off x="16762234" y="633310"/>
            <a:ext cx="1" cy="430418"/>
          </a:xfrm>
          <a:prstGeom xmlns:a="http://schemas.openxmlformats.org/drawingml/2006/main" prst="line">
            <a:avLst/>
          </a:prstGeom>
          <a:noFill xmlns:a="http://schemas.openxmlformats.org/drawingml/2006/main"/>
          <a:ln xmlns:a="http://schemas.openxmlformats.org/drawingml/2006/main" w="10872">
            <a:solidFill>
              <a:srgbClr val="0870B7"/>
            </a:solidFill>
            <a:prstDash val="solid"/>
          </a:ln>
        </p:spPr>
        <p:txBody>
          <a:bodyPr xmlns:a="http://schemas.openxmlformats.org/drawingml/2006/main" wrap="square" lIns="45719" tIns="45719" rIns="45719" bIns="45719" anchor="t">
            <a:noAutofit/>
          </a:bodyPr>
          <a:lstStyle xmlns:a="http://schemas.openxmlformats.org/drawingml/2006/main"/>
          <a:p xmlns:a="http://schemas.openxmlformats.org/drawingml/2006/main">
            <a:endParaRPr/>
          </a:p>
        </p:txBody>
      </p:sp>
      <p:sp>
        <p:nvSpPr>
          <p:cNvPr id="43" name="object 45">
            <a:extLst xmlns:a="http://schemas.openxmlformats.org/drawingml/2006/main">
              <a:ext uri="{FF2B5EF4-FFF2-40B4-BE49-F238E27FC236}">
                <a16:creationId xmlns:a16="http://schemas.microsoft.com/office/drawing/2014/main" id="{21088C2A-839C-4BB0-951E-0E26697C9AAF}"/>
              </a:ext>
            </a:extLst>
          </p:cNvPr>
          <p:cNvSpPr>
            <a:spLocks xmlns:a="http://schemas.openxmlformats.org/drawingml/2006/main" noGrp="1"/>
          </p:cNvSpPr>
          <p:nvPr/>
        </p:nvSpPr>
        <p:spPr>
          <a:xfrm xmlns:a="http://schemas.openxmlformats.org/drawingml/2006/main">
            <a:off x="9155031" y="619561"/>
            <a:ext cx="6980440" cy="1"/>
          </a:xfrm>
          <a:prstGeom xmlns:a="http://schemas.openxmlformats.org/drawingml/2006/main" prst="line">
            <a:avLst/>
          </a:prstGeom>
          <a:ln xmlns:a="http://schemas.openxmlformats.org/drawingml/2006/main" w="10872">
            <a:solidFill>
              <a:srgbClr val="2BAAE1"/>
            </a:solidFill>
          </a:ln>
        </p:spPr>
        <p:txBody>
          <a:bodyPr xmlns:a="http://schemas.openxmlformats.org/drawingml/2006/main" lIns="45719" rIns="45719"/>
          <a:lstStyle xmlns:a="http://schemas.openxmlformats.org/drawingml/2006/main"/>
          <a:p xmlns:a="http://schemas.openxmlformats.org/drawingml/2006/main">
            <a:endParaRPr/>
          </a:p>
        </p:txBody>
      </p:sp>
      <p:pic>
        <p:nvPicPr>
          <p:cNvPr id="93" name="Gráfico 46"/>
          <p:cNvPicPr>
            <a:picLocks xmlns:a="http://schemas.openxmlformats.org/drawingml/2006/main" noChangeAspect="1"/>
          </p:cNvPicPr>
          <p:nvPr/>
        </p:nvPicPr>
        <p:blipFill>
          <a:blip xmlns:r="http://schemas.openxmlformats.org/officeDocument/2006/relationships" xmlns:a="http://schemas.openxmlformats.org/drawingml/2006/main" r:embed="R4f92e63da06f4bbe"/>
          <a:stretch xmlns:a="http://schemas.openxmlformats.org/drawingml/2006/main">
            <a:fillRect l="0" t="0" r="0" b="0"/>
          </a:stretch>
        </p:blipFill>
        <p:spPr>
          <a:xfrm xmlns:a="http://schemas.openxmlformats.org/drawingml/2006/main">
            <a:off x="17386912" y="239423"/>
            <a:ext cx="2406326" cy="777654"/>
          </a:xfrm>
          <a:prstGeom xmlns:a="http://schemas.openxmlformats.org/drawingml/2006/main" prst="rect">
            <a:avLst/>
          </a:prstGeom>
          <a:ln xmlns:a="http://schemas.openxmlformats.org/drawingml/2006/main" w="12700">
            <a:miter/>
          </a:ln>
        </p:spPr>
      </p:pic>
      <p:sp>
        <p:nvSpPr>
          <p:cNvPr id="45" name="bk object 16">
            <a:extLst xmlns:a="http://schemas.openxmlformats.org/drawingml/2006/main">
              <a:ext uri="{FF2B5EF4-FFF2-40B4-BE49-F238E27FC236}">
                <a16:creationId xmlns:a16="http://schemas.microsoft.com/office/drawing/2014/main" id="{732AB05E-8BEA-4D8B-A3FD-8DB51999B7ED}"/>
              </a:ext>
            </a:extLst>
          </p:cNvPr>
          <p:cNvSpPr>
            <a:spLocks xmlns:a="http://schemas.openxmlformats.org/drawingml/2006/main" noGrp="1"/>
          </p:cNvSpPr>
          <p:nvPr/>
        </p:nvSpPr>
        <p:spPr>
          <a:xfrm xmlns:a="http://schemas.openxmlformats.org/drawingml/2006/main">
            <a:off x="17221967" y="11179175"/>
            <a:ext cx="2076051" cy="0"/>
          </a:xfrm>
          <a:prstGeom xmlns:a="http://schemas.openxmlformats.org/drawingml/2006/main" prst="line">
            <a:avLst/>
          </a:prstGeom>
          <a:ln xmlns:a="http://schemas.openxmlformats.org/drawingml/2006/main" w="21713">
            <a:solidFill>
              <a:srgbClr val="009ABA"/>
            </a:solidFill>
          </a:ln>
        </p:spPr>
        <p:txBody>
          <a:bodyPr xmlns:a="http://schemas.openxmlformats.org/drawingml/2006/main" lIns="45719" rIns="45719"/>
          <a:lstStyle xmlns:a="http://schemas.openxmlformats.org/drawingml/2006/main"/>
          <a:p xmlns:a="http://schemas.openxmlformats.org/drawingml/2006/main">
            <a:endParaRPr/>
          </a:p>
        </p:txBody>
      </p:sp>
      <p:sp>
        <p:nvSpPr>
          <p:cNvPr id="46" name="bk object 17">
            <a:extLst xmlns:a="http://schemas.openxmlformats.org/drawingml/2006/main">
              <a:ext uri="{FF2B5EF4-FFF2-40B4-BE49-F238E27FC236}">
                <a16:creationId xmlns:a16="http://schemas.microsoft.com/office/drawing/2014/main" id="{5E4CCCBB-8B3F-4163-B64E-B9DC4BE3E9BB}"/>
              </a:ext>
            </a:extLst>
          </p:cNvPr>
          <p:cNvSpPr>
            <a:spLocks xmlns:a="http://schemas.openxmlformats.org/drawingml/2006/main" noGrp="1"/>
          </p:cNvSpPr>
          <p:nvPr/>
        </p:nvSpPr>
        <p:spPr>
          <a:xfrm xmlns:a="http://schemas.openxmlformats.org/drawingml/2006/main">
            <a:off x="15140043" y="11179175"/>
            <a:ext cx="2076051" cy="0"/>
          </a:xfrm>
          <a:prstGeom xmlns:a="http://schemas.openxmlformats.org/drawingml/2006/main" prst="line">
            <a:avLst/>
          </a:prstGeom>
          <a:ln xmlns:a="http://schemas.openxmlformats.org/drawingml/2006/main" w="21713">
            <a:solidFill>
              <a:srgbClr val="5DB7AB"/>
            </a:solidFill>
          </a:ln>
        </p:spPr>
        <p:txBody>
          <a:bodyPr xmlns:a="http://schemas.openxmlformats.org/drawingml/2006/main" lIns="45719" rIns="45719"/>
          <a:lstStyle xmlns:a="http://schemas.openxmlformats.org/drawingml/2006/main"/>
          <a:p xmlns:a="http://schemas.openxmlformats.org/drawingml/2006/main">
            <a:endParaRPr/>
          </a:p>
        </p:txBody>
      </p:sp>
      <p:sp>
        <p:nvSpPr>
          <p:cNvPr id="47" name="bk object 18">
            <a:extLst xmlns:a="http://schemas.openxmlformats.org/drawingml/2006/main">
              <a:ext uri="{FF2B5EF4-FFF2-40B4-BE49-F238E27FC236}">
                <a16:creationId xmlns:a16="http://schemas.microsoft.com/office/drawing/2014/main" id="{417CED9C-D4F6-42B7-A99E-A3B081876F41}"/>
              </a:ext>
            </a:extLst>
          </p:cNvPr>
          <p:cNvSpPr>
            <a:spLocks xmlns:a="http://schemas.openxmlformats.org/drawingml/2006/main" noGrp="1"/>
          </p:cNvSpPr>
          <p:nvPr/>
        </p:nvSpPr>
        <p:spPr>
          <a:xfrm xmlns:a="http://schemas.openxmlformats.org/drawingml/2006/main">
            <a:off x="13058113" y="11179175"/>
            <a:ext cx="2076051" cy="0"/>
          </a:xfrm>
          <a:prstGeom xmlns:a="http://schemas.openxmlformats.org/drawingml/2006/main" prst="line">
            <a:avLst/>
          </a:prstGeom>
          <a:ln xmlns:a="http://schemas.openxmlformats.org/drawingml/2006/main" w="21713">
            <a:solidFill>
              <a:srgbClr val="EA2828"/>
            </a:solidFill>
          </a:ln>
        </p:spPr>
        <p:txBody>
          <a:bodyPr xmlns:a="http://schemas.openxmlformats.org/drawingml/2006/main" lIns="45719" rIns="45719"/>
          <a:lstStyle xmlns:a="http://schemas.openxmlformats.org/drawingml/2006/main"/>
          <a:p xmlns:a="http://schemas.openxmlformats.org/drawingml/2006/main">
            <a:endParaRPr/>
          </a:p>
        </p:txBody>
      </p:sp>
      <p:sp>
        <p:nvSpPr>
          <p:cNvPr id="48" name="bk object 19">
            <a:extLst xmlns:a="http://schemas.openxmlformats.org/drawingml/2006/main">
              <a:ext uri="{FF2B5EF4-FFF2-40B4-BE49-F238E27FC236}">
                <a16:creationId xmlns:a16="http://schemas.microsoft.com/office/drawing/2014/main" id="{A4A7C657-4925-4A55-81E9-00068FD852A9}"/>
              </a:ext>
            </a:extLst>
          </p:cNvPr>
          <p:cNvSpPr>
            <a:spLocks xmlns:a="http://schemas.openxmlformats.org/drawingml/2006/main" noGrp="1"/>
          </p:cNvSpPr>
          <p:nvPr/>
        </p:nvSpPr>
        <p:spPr>
          <a:xfrm xmlns:a="http://schemas.openxmlformats.org/drawingml/2006/main">
            <a:off x="10976191" y="11179175"/>
            <a:ext cx="2076051" cy="0"/>
          </a:xfrm>
          <a:prstGeom xmlns:a="http://schemas.openxmlformats.org/drawingml/2006/main" prst="line">
            <a:avLst/>
          </a:prstGeom>
          <a:ln xmlns:a="http://schemas.openxmlformats.org/drawingml/2006/main" w="21713">
            <a:solidFill>
              <a:srgbClr val="FF5136"/>
            </a:solidFill>
          </a:ln>
        </p:spPr>
        <p:txBody>
          <a:bodyPr xmlns:a="http://schemas.openxmlformats.org/drawingml/2006/main" lIns="45719" rIns="45719"/>
          <a:lstStyle xmlns:a="http://schemas.openxmlformats.org/drawingml/2006/main"/>
          <a:p xmlns:a="http://schemas.openxmlformats.org/drawingml/2006/main">
            <a:endParaRPr/>
          </a:p>
        </p:txBody>
      </p:sp>
      <p:sp>
        <p:nvSpPr>
          <p:cNvPr id="49" name="bk object 20">
            <a:extLst xmlns:a="http://schemas.openxmlformats.org/drawingml/2006/main">
              <a:ext uri="{FF2B5EF4-FFF2-40B4-BE49-F238E27FC236}">
                <a16:creationId xmlns:a16="http://schemas.microsoft.com/office/drawing/2014/main" id="{E87A2225-3967-4399-811C-B0A5CA19C893}"/>
              </a:ext>
            </a:extLst>
          </p:cNvPr>
          <p:cNvSpPr>
            <a:spLocks xmlns:a="http://schemas.openxmlformats.org/drawingml/2006/main" noGrp="1"/>
          </p:cNvSpPr>
          <p:nvPr/>
        </p:nvSpPr>
        <p:spPr>
          <a:xfrm xmlns:a="http://schemas.openxmlformats.org/drawingml/2006/main">
            <a:off x="8894257" y="11179175"/>
            <a:ext cx="2076051" cy="0"/>
          </a:xfrm>
          <a:prstGeom xmlns:a="http://schemas.openxmlformats.org/drawingml/2006/main" prst="line">
            <a:avLst/>
          </a:prstGeom>
          <a:ln xmlns:a="http://schemas.openxmlformats.org/drawingml/2006/main" w="21713">
            <a:solidFill>
              <a:srgbClr val="F09C29"/>
            </a:solidFill>
          </a:ln>
        </p:spPr>
        <p:txBody>
          <a:bodyPr xmlns:a="http://schemas.openxmlformats.org/drawingml/2006/main" lIns="45719" rIns="45719"/>
          <a:lstStyle xmlns:a="http://schemas.openxmlformats.org/drawingml/2006/main"/>
          <a:p xmlns:a="http://schemas.openxmlformats.org/drawingml/2006/main">
            <a:endParaRPr/>
          </a:p>
        </p:txBody>
      </p:sp>
      <p:sp>
        <p:nvSpPr>
          <p:cNvPr id="50" name="Title Text">
            <a:extLst xmlns:a="http://schemas.openxmlformats.org/drawingml/2006/main">
              <a:ext uri="{FF2B5EF4-FFF2-40B4-BE49-F238E27FC236}">
                <a16:creationId xmlns:a16="http://schemas.microsoft.com/office/drawing/2014/main" id="{8152A8A9-3CB5-4EB4-BC23-64291BC1BA18}"/>
              </a:ext>
            </a:extLst>
          </p:cNvPr>
          <p:cNvSpPr>
            <a:spLocks xmlns:a="http://schemas.openxmlformats.org/drawingml/2006/main" noGrp="1"/>
          </p:cNvSpPr>
          <p:nvPr>
            <p:ph type="title" idx="0"/>
          </p:nvPr>
        </p:nvSpPr>
        <p:spPr>
          <a:xfrm xmlns:a="http://schemas.openxmlformats.org/drawingml/2006/main">
            <a:off x="1382712" y="1211683"/>
            <a:ext cx="17338676" cy="1782342"/>
          </a:xfrm>
          <a:prstGeom xmlns:a="http://schemas.openxmlformats.org/drawingml/2006/main" prst="rect">
            <a:avLst/>
          </a:prstGeom>
          <a:ln xmlns:a="http://schemas.openxmlformats.org/drawingml/2006/main" w="12700"/>
        </p:spPr>
        <p:txBody>
          <a:bodyPr xmlns:a="http://schemas.openxmlformats.org/drawingml/2006/main" lIns="45719" rIns="45719" anchor="ctr">
            <a:normAutofit/>
          </a:bodyPr>
          <a:lstStyle xmlns:a="http://schemas.openxmlformats.org/drawingml/2006/main"/>
          <a:p xmlns:a="http://schemas.openxmlformats.org/drawingml/2006/main">
            <a:r>
              <a:t>Title Text</a:t>
            </a:r>
          </a:p>
        </p:txBody>
      </p:sp>
      <p:sp>
        <p:nvSpPr>
          <p:cNvPr id="51" name="Body Level One…">
            <a:extLst xmlns:a="http://schemas.openxmlformats.org/drawingml/2006/main">
              <a:ext uri="{FF2B5EF4-FFF2-40B4-BE49-F238E27FC236}">
                <a16:creationId xmlns:a16="http://schemas.microsoft.com/office/drawing/2014/main" id="{309CEF0C-3158-4671-99A6-E1BBC615B53C}"/>
              </a:ext>
            </a:extLst>
          </p:cNvPr>
          <p:cNvSpPr>
            <a:spLocks xmlns:a="http://schemas.openxmlformats.org/drawingml/2006/main" noGrp="1"/>
          </p:cNvSpPr>
          <p:nvPr>
            <p:ph type="body" idx="1"/>
          </p:nvPr>
        </p:nvSpPr>
        <p:spPr>
          <a:xfrm xmlns:a="http://schemas.openxmlformats.org/drawingml/2006/main">
            <a:off x="1382712" y="3233738"/>
            <a:ext cx="17338676" cy="7707312"/>
          </a:xfrm>
          <a:prstGeom xmlns:a="http://schemas.openxmlformats.org/drawingml/2006/main" prst="rect">
            <a:avLst/>
          </a:prstGeom>
          <a:ln xmlns:a="http://schemas.openxmlformats.org/drawingml/2006/main" w="12700"/>
        </p:spPr>
        <p:txBody>
          <a:bodyPr xmlns:a="http://schemas.openxmlformats.org/drawingml/2006/main" lIns="45719" rIns="45719">
            <a:normAutofit/>
          </a:bodyPr>
          <a:lstStyle xmlns:a="http://schemas.openxmlformats.org/drawingml/2006/main"/>
          <a:p xmlns:a="http://schemas.openxmlformats.org/drawingml/2006/main">
            <a:r>
              <a:t>Body Level One</a:t>
            </a:r>
          </a:p>
          <a:p xmlns:a="http://schemas.openxmlformats.org/drawingml/2006/main">
            <a:pPr lvl="1">
              <a:buNone/>
            </a:pPr>
            <a:r>
              <a:t>Body Level Two</a:t>
            </a:r>
          </a:p>
          <a:p xmlns:a="http://schemas.openxmlformats.org/drawingml/2006/main">
            <a:pPr lvl="2">
              <a:buNone/>
            </a:pPr>
            <a:r>
              <a:t>Body Level Three</a:t>
            </a:r>
          </a:p>
          <a:p xmlns:a="http://schemas.openxmlformats.org/drawingml/2006/main">
            <a:pPr lvl="3">
              <a:buNone/>
            </a:pPr>
            <a:r>
              <a:t>Body Level Four</a:t>
            </a:r>
          </a:p>
          <a:p xmlns:a="http://schemas.openxmlformats.org/drawingml/2006/main">
            <a:pPr lvl="4">
              <a:buNone/>
            </a:pPr>
            <a:r>
              <a:t>Body Level Five</a:t>
            </a:r>
          </a:p>
        </p:txBody>
      </p:sp>
      <p:sp>
        <p:nvSpPr>
          <p:cNvPr id="52" name="Slide Number">
            <a:extLst xmlns:a="http://schemas.openxmlformats.org/drawingml/2006/main">
              <a:ext uri="{FF2B5EF4-FFF2-40B4-BE49-F238E27FC236}">
                <a16:creationId xmlns:a16="http://schemas.microsoft.com/office/drawing/2014/main" id="{E08A6B36-A2A4-47EA-B5BC-ED2236F73E8E}"/>
              </a:ext>
            </a:extLst>
          </p:cNvPr>
          <p:cNvSpPr>
            <a:spLocks xmlns:a="http://schemas.openxmlformats.org/drawingml/2006/main" noGrp="1"/>
          </p:cNvSpPr>
          <p:nvPr>
            <p:ph type="sldNum" idx="2"/>
          </p:nvPr>
        </p:nvSpPr>
        <p:spPr>
          <a:xfrm xmlns:a="http://schemas.openxmlformats.org/drawingml/2006/main">
            <a:off x="18447732" y="11450272"/>
            <a:ext cx="273656" cy="264256"/>
          </a:xfrm>
          <a:prstGeom xmlns:a="http://schemas.openxmlformats.org/drawingml/2006/main" prst="rect">
            <a:avLst/>
          </a:prstGeom>
          <a:ln xmlns:a="http://schemas.openxmlformats.org/drawingml/2006/main" w="12700"/>
        </p:spPr>
        <p:txBody>
          <a:bodyPr xmlns:a="http://schemas.openxmlformats.org/drawingml/2006/main" wrap="none" lIns="45719" rIns="45719" anchor="ctr">
            <a:spAutoFit/>
          </a:bodyPr>
          <a:lstStyle xmlns:a="http://schemas.openxmlformats.org/drawingml/2006/main">
            <a:lvl1pPr algn="r">
              <a:buNone/>
              <a:defRPr sz="1200">
                <a:solidFill>
                  <a:srgbClr val="888888"/>
                </a:solidFill>
              </a:defRPr>
            </a:lvl1pPr>
          </a:lstStyle>
          <a:p xmlns:a="http://schemas.openxmlformats.org/drawingml/2006/main">
            <a:fld id="{86CB4B4D-7CA3-9044-876B-883B54F8677D}" type="slidenum">
              <a:t>‹Nº›</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f6b1d475e7e4a37"/>
    <p:sldLayoutId xmlns:r="http://schemas.openxmlformats.org/officeDocument/2006/relationships" id="2147483650" r:id="R90d936f8483a4228"/>
    <p:sldLayoutId xmlns:r="http://schemas.openxmlformats.org/officeDocument/2006/relationships" id="2147483651" r:id="Ra2fe9ab7678b40b2"/>
    <p:sldLayoutId xmlns:r="http://schemas.openxmlformats.org/officeDocument/2006/relationships" id="2147483652" r:id="Ree574b5cf00c4348"/>
    <p:sldLayoutId xmlns:r="http://schemas.openxmlformats.org/officeDocument/2006/relationships" id="2147483653" r:id="Rb8d6bfca97564b09"/>
    <p:sldLayoutId xmlns:r="http://schemas.openxmlformats.org/officeDocument/2006/relationships" id="2147483654" r:id="R6cb617bfffd34841"/>
    <p:sldLayoutId xmlns:r="http://schemas.openxmlformats.org/officeDocument/2006/relationships" id="2147483655" r:id="Rcbb279f5586b48b6"/>
    <p:sldLayoutId xmlns:r="http://schemas.openxmlformats.org/officeDocument/2006/relationships" id="2147483656" r:id="Ra54fa9f6828e416b"/>
    <p:sldLayoutId xmlns:r="http://schemas.openxmlformats.org/officeDocument/2006/relationships" id="2147483657" r:id="Rad1661a27c63480a"/>
    <p:sldLayoutId xmlns:r="http://schemas.openxmlformats.org/officeDocument/2006/relationships" id="2147483658" r:id="Re7b966f756914a86"/>
    <p:sldLayoutId xmlns:r="http://schemas.openxmlformats.org/officeDocument/2006/relationships" id="2147483659" r:id="R711b956c7ea54fe0"/>
    <p:sldLayoutId xmlns:r="http://schemas.openxmlformats.org/officeDocument/2006/relationships" id="2147483660" r:id="R38505f65e6074cf3"/>
    <p:sldLayoutId xmlns:r="http://schemas.openxmlformats.org/officeDocument/2006/relationships" id="2147483661" r:id="R722eb25e49734b3c"/>
    <p:sldLayoutId xmlns:r="http://schemas.openxmlformats.org/officeDocument/2006/relationships" id="2147483662" r:id="R982098e26b0e4d37"/>
    <p:sldLayoutId xmlns:r="http://schemas.openxmlformats.org/officeDocument/2006/relationships" id="2147483663" r:id="Rc0e0f46986f9423c"/>
    <p:sldLayoutId xmlns:r="http://schemas.openxmlformats.org/officeDocument/2006/relationships" id="2147483664" r:id="R9e94c189ddf64909"/>
  </p:sldLayoutIdLst>
  <p:txStyles>
    <p:titleStyle>
      <a:lvl1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1pPr>
      <a:lvl2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2pPr>
      <a:lvl3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3pPr>
      <a:lvl4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4pPr>
      <a:lvl5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5pPr>
      <a:lvl6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6pPr>
      <a:lvl7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7pPr>
      <a:lvl8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8pPr>
      <a:lvl9pPr xmlns:a="http://schemas.openxmlformats.org/drawingml/2006/main" marL="0" marR="0" indent="0" algn="l" defTabSz="914400">
        <a:lnSpc>
          <a:spcPct val="90000"/>
        </a:lnSpc>
        <a:spcBef>
          <a:spcPts val="0"/>
        </a:spcBef>
        <a:spcAft>
          <a:spcPts val="0"/>
        </a:spcAft>
        <a:buClrTx/>
        <a:buSzTx/>
        <a:buFontTx/>
        <a:buNone/>
        <a:defRPr sz="4400" b="0" i="0" u="none" cap="none" spc="0" baseline="0">
          <a:solidFill>
            <a:srgbClr val="55A8DD"/>
          </a:solidFill>
          <a:latin typeface="Avenir Book"/>
          <a:ea typeface="Avenir Book"/>
          <a:cs typeface="Avenir Book"/>
        </a:defRPr>
      </a:lvl9pPr>
    </p:titleStyle>
    <p:bodyStyle>
      <a:lvl1pPr xmlns:a="http://schemas.openxmlformats.org/drawingml/2006/main" marL="228600" marR="0" indent="-228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1pPr>
      <a:lvl2pPr xmlns:a="http://schemas.openxmlformats.org/drawingml/2006/main" marL="723900" marR="0" indent="-2667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2pPr>
      <a:lvl3pPr xmlns:a="http://schemas.openxmlformats.org/drawingml/2006/main" marL="1234439" marR="0" indent="-320039"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3pPr>
      <a:lvl4pPr xmlns:a="http://schemas.openxmlformats.org/drawingml/2006/main" marL="1727200" marR="0" indent="-355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4pPr>
      <a:lvl5pPr xmlns:a="http://schemas.openxmlformats.org/drawingml/2006/main" marL="2184400" marR="0" indent="-355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5pPr>
      <a:lvl6pPr xmlns:a="http://schemas.openxmlformats.org/drawingml/2006/main" marL="2641600" marR="0" indent="-355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6pPr>
      <a:lvl7pPr xmlns:a="http://schemas.openxmlformats.org/drawingml/2006/main" marL="3098800" marR="0" indent="-355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7pPr>
      <a:lvl8pPr xmlns:a="http://schemas.openxmlformats.org/drawingml/2006/main" marL="3556000" marR="0" indent="-355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8pPr>
      <a:lvl9pPr xmlns:a="http://schemas.openxmlformats.org/drawingml/2006/main" marL="4013200" marR="0" indent="-355600" algn="l" defTabSz="914400">
        <a:lnSpc>
          <a:spcPct val="90000"/>
        </a:lnSpc>
        <a:spcBef>
          <a:spcPts val="1000"/>
        </a:spcBef>
        <a:spcAft>
          <a:spcPts val="0"/>
        </a:spcAft>
        <a:buClr>
          <a:srgbClr val="55A8DD"/>
        </a:buClr>
        <a:buSzPct val="100000"/>
        <a:buFont typeface="Arial"/>
        <a:buChar char="•"/>
        <a:defRPr sz="2800" b="0" i="0" u="none" cap="none" spc="0" baseline="0">
          <a:solidFill>
            <a:srgbClr val="000000"/>
          </a:solidFill>
          <a:latin typeface="Avenir Light"/>
          <a:ea typeface="Avenir Light"/>
          <a:cs typeface="Avenir Light"/>
        </a:defRPr>
      </a:lvl9pPr>
    </p:bodyStyle>
    <p:otherStyle>
      <a:lvl1pPr xmlns:a="http://schemas.openxmlformats.org/drawingml/2006/main" marL="0" marR="0" indent="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1pPr>
      <a:lvl2pPr xmlns:a="http://schemas.openxmlformats.org/drawingml/2006/main" marL="0" marR="0" indent="4572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2pPr>
      <a:lvl3pPr xmlns:a="http://schemas.openxmlformats.org/drawingml/2006/main" marL="0" marR="0" indent="9144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3pPr>
      <a:lvl4pPr xmlns:a="http://schemas.openxmlformats.org/drawingml/2006/main" marL="0" marR="0" indent="13716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4pPr>
      <a:lvl5pPr xmlns:a="http://schemas.openxmlformats.org/drawingml/2006/main" marL="0" marR="0" indent="18288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5pPr>
      <a:lvl6pPr xmlns:a="http://schemas.openxmlformats.org/drawingml/2006/main" marL="0" marR="0" indent="22860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6pPr>
      <a:lvl7pPr xmlns:a="http://schemas.openxmlformats.org/drawingml/2006/main" marL="0" marR="0" indent="27432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7pPr>
      <a:lvl8pPr xmlns:a="http://schemas.openxmlformats.org/drawingml/2006/main" marL="0" marR="0" indent="32004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8pPr>
      <a:lvl9pPr xmlns:a="http://schemas.openxmlformats.org/drawingml/2006/main" marL="0" marR="0" indent="3657600" algn="r" defTabSz="914400">
        <a:lnSpc>
          <a:spcPct val="100000"/>
        </a:lnSpc>
        <a:spcBef>
          <a:spcPts val="0"/>
        </a:spcBef>
        <a:spcAft>
          <a:spcPts val="0"/>
        </a:spcAft>
        <a:buClrTx/>
        <a:buSzTx/>
        <a:buFontTx/>
        <a:buNone/>
        <a:defRPr sz="1200" b="0" i="0" u="none" cap="none" spc="0" baseline="0">
          <a:solidFill>
            <a:schemeClr val="tx1"/>
          </a:solidFill>
          <a:latin typeface="+mn-lt"/>
          <a:ea typeface="+mn-lt"/>
          <a:cs typeface="+mn-lt"/>
        </a:defRPr>
      </a:lvl9pPr>
    </p:otherStyle>
  </p:txStyles>
</p:sldMaster>
</file>

<file path=ppt/slideMasters/theme/theme2.xml><?xml version="1.0" encoding="utf-8"?>
<a:theme xmlns:a="http://schemas.openxmlformats.org/drawingml/2006/main" name="Diseño para recursos no videos">
  <a:themeElements>
    <a:clrScheme name="Diseño para recursos no videos">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Diseño para recursos no videos">
      <a:majorFont>
        <a:latin typeface="Arial"/>
        <a:ea typeface="Arial"/>
        <a:cs typeface="Arial"/>
      </a:majorFont>
      <a:minorFont>
        <a:latin typeface="Helvetica"/>
        <a:ea typeface="Helvetica"/>
        <a:cs typeface="Helvetica"/>
      </a:minorFont>
    </a:fontScheme>
    <a:fmtScheme name="Diseño para recursos no vide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2.xml" Id="Rf4bd8420c1d74e84" /><Relationship Type="http://schemas.openxmlformats.org/officeDocument/2006/relationships/notesSlide" Target="/ppt/notesSlides/notesSlide1.xml" Id="R51edbb32b568484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4.xml" Id="Rd16e7e9a028c4c31" /><Relationship Type="http://schemas.openxmlformats.org/officeDocument/2006/relationships/notesSlide" Target="/ppt/notesSlides/notesSlide2.xml" Id="Rbb1e56f15d8d4de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4.xml" Id="R480c1d15b4b84962" /><Relationship Type="http://schemas.openxmlformats.org/officeDocument/2006/relationships/image" Target="/ppt/media/image2.png" Id="R091d1bde25394734" /><Relationship Type="http://schemas.openxmlformats.org/officeDocument/2006/relationships/image" Target="/ppt/media/image3.png" Id="R19c2a28e793e4f32" /><Relationship Type="http://schemas.openxmlformats.org/officeDocument/2006/relationships/notesSlide" Target="/ppt/notesSlides/notesSlide3.xml" Id="R67f959ea4c0b45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4.xml" Id="Rcf71dc23a746413f" /><Relationship Type="http://schemas.openxmlformats.org/officeDocument/2006/relationships/notesSlide" Target="/ppt/notesSlides/notesSlide4.xml" Id="R86af26d8223c43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4.xml" Id="Rbb1b19032f384570" /><Relationship Type="http://schemas.openxmlformats.org/officeDocument/2006/relationships/image" Target="/ppt/media/image4.png" Id="R143241e9818c4f81" /><Relationship Type="http://schemas.openxmlformats.org/officeDocument/2006/relationships/image" Target="/ppt/media/image5.png" Id="Rbda02f1d172e4f04" /><Relationship Type="http://schemas.openxmlformats.org/officeDocument/2006/relationships/notesSlide" Target="/ppt/notesSlides/notesSlide5.xml" Id="R95584f846f4f4c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4.xml" Id="R74d05f05b63944ce" /><Relationship Type="http://schemas.openxmlformats.org/officeDocument/2006/relationships/notesSlide" Target="/ppt/notesSlides/notesSlide6.xml" Id="Rbf2de7ba70e2411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4.xml" Id="R5b25760dbae34eda" /><Relationship Type="http://schemas.openxmlformats.org/officeDocument/2006/relationships/image" Target="/ppt/media/image6.png" Id="R0af9a54b74a741b4" /><Relationship Type="http://schemas.openxmlformats.org/officeDocument/2006/relationships/image" Target="/ppt/media/image7.png" Id="R89c6e364aa9d4d14" /><Relationship Type="http://schemas.openxmlformats.org/officeDocument/2006/relationships/notesSlide" Target="/ppt/notesSlides/notesSlide7.xml" Id="R52db5042be804d9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4.xml" Id="R21eebc5d5d034ac1" /><Relationship Type="http://schemas.openxmlformats.org/officeDocument/2006/relationships/notesSlide" Target="/ppt/notesSlides/notesSlide8.xml" Id="R928e0358a63c4a2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4.xml" Id="Ree241b11b0b54b70" /><Relationship Type="http://schemas.openxmlformats.org/officeDocument/2006/relationships/image" Target="/ppt/media/image8.png" Id="R62b55da8952d44bf" /><Relationship Type="http://schemas.openxmlformats.org/officeDocument/2006/relationships/image" Target="/ppt/media/image9.png" Id="R90cde3e63d9b420c" /><Relationship Type="http://schemas.openxmlformats.org/officeDocument/2006/relationships/notesSlide" Target="/ppt/notesSlides/notesSlide9.xml" Id="R2498bec1dc3140d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4.xml" Id="R6e51c6261f264c64" /><Relationship Type="http://schemas.openxmlformats.org/officeDocument/2006/relationships/notesSlide" Target="/ppt/notesSlides/notesSlide10.xml" Id="Rd8ca55192f0c4b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4.xml" Id="R048c7827b8ba4fdd" /><Relationship Type="http://schemas.openxmlformats.org/officeDocument/2006/relationships/image" Target="/ppt/media/image10.png" Id="Re33116d007e148b1" /><Relationship Type="http://schemas.openxmlformats.org/officeDocument/2006/relationships/image" Target="/ppt/media/image11.png" Id="Rb7db081a6dcd4d32" /><Relationship Type="http://schemas.openxmlformats.org/officeDocument/2006/relationships/notesSlide" Target="/ppt/notesSlides/notesSlide11.xml" Id="R74adf16e8dbf44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4.xml" Id="Ra6a7c1746bc1409d" /><Relationship Type="http://schemas.openxmlformats.org/officeDocument/2006/relationships/notesSlide" Target="/ppt/notesSlides/notesSlide12.xml" Id="R15a3a6d8479041a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4.xml" Id="Ra906e5f01bd14401" /><Relationship Type="http://schemas.openxmlformats.org/officeDocument/2006/relationships/image" Target="/ppt/media/image12.png" Id="Rf6d1ec433d0841fd" /><Relationship Type="http://schemas.openxmlformats.org/officeDocument/2006/relationships/image" Target="/ppt/media/image13.png" Id="R58fdeb9be53f4fac" /><Relationship Type="http://schemas.openxmlformats.org/officeDocument/2006/relationships/notesSlide" Target="/ppt/notesSlides/notesSlide13.xml" Id="Raede49d929f8401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4.xml" Id="R3e83d0ee99794026" /><Relationship Type="http://schemas.openxmlformats.org/officeDocument/2006/relationships/notesSlide" Target="/ppt/notesSlides/notesSlide14.xml" Id="Rd8b7452601354c8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4.xml" Id="R6358869615d34478" /><Relationship Type="http://schemas.openxmlformats.org/officeDocument/2006/relationships/image" Target="/ppt/media/image14.png" Id="R9a88ca4c32e247c8" /><Relationship Type="http://schemas.openxmlformats.org/officeDocument/2006/relationships/image" Target="/ppt/media/image15.png" Id="Rbbefc08d6ee146a0" /><Relationship Type="http://schemas.openxmlformats.org/officeDocument/2006/relationships/notesSlide" Target="/ppt/notesSlides/notesSlide15.xml" Id="R81b3a950ac944dd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4.xml" Id="R7ea30f15cde2431b" /><Relationship Type="http://schemas.openxmlformats.org/officeDocument/2006/relationships/notesSlide" Target="/ppt/notesSlides/notesSlide16.xml" Id="Rf3d2e3fd5105470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4.xml" Id="R62f5201fdd2b4bf8" /><Relationship Type="http://schemas.openxmlformats.org/officeDocument/2006/relationships/image" Target="/ppt/media/image16.png" Id="Rda7197a567644eea" /><Relationship Type="http://schemas.openxmlformats.org/officeDocument/2006/relationships/image" Target="/ppt/media/image17.png" Id="Rfe0dea428e3c465f" /><Relationship Type="http://schemas.openxmlformats.org/officeDocument/2006/relationships/notesSlide" Target="/ppt/notesSlides/notesSlide17.xml" Id="R3db5f92d3bf6497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4.xml" Id="R11fb26be04254f70" /><Relationship Type="http://schemas.openxmlformats.org/officeDocument/2006/relationships/notesSlide" Target="/ppt/notesSlides/notesSlide18.xml" Id="R20dc64ab1ea14af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4.xml" Id="R6b20ae81f01649d6" /><Relationship Type="http://schemas.openxmlformats.org/officeDocument/2006/relationships/image" Target="/ppt/media/image18.png" Id="R775f4c04a51d4369" /><Relationship Type="http://schemas.openxmlformats.org/officeDocument/2006/relationships/image" Target="/ppt/media/image19.png" Id="Rb4672229a4524abd" /><Relationship Type="http://schemas.openxmlformats.org/officeDocument/2006/relationships/notesSlide" Target="/ppt/notesSlides/notesSlide19.xml" Id="Rb08ce02af4884fa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45" name="Title 1">
            <a:extLst xmlns:a="http://schemas.openxmlformats.org/drawingml/2006/main">
              <a:ext uri="{FF2B5EF4-FFF2-40B4-BE49-F238E27FC236}">
                <a16:creationId xmlns:a16="http://schemas.microsoft.com/office/drawing/2014/main" id="{7FA9A618-AA7E-442E-B8DB-6A865B363B68}"/>
              </a:ext>
            </a:extLst>
          </p:cNvPr>
          <p:cNvSpPr>
            <a:spLocks xmlns:a="http://schemas.openxmlformats.org/drawingml/2006/main" noGrp="1"/>
          </p:cNvSpPr>
          <p:nvPr>
            <p:ph type="title" idx="0"/>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Entrega 3: Gestión de Trabajos</a:t>
            </a:r>
          </a:p>
        </p:txBody>
      </p:sp>
    </p:spTree>
    <p:extLst>
      <p:ext uri="{BB962C8B-B14F-4D97-AF65-F5344CB8AC3E}">
        <p14:creationId xmlns:p14="http://schemas.microsoft.com/office/powerpoint/2010/main" val="92217464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53" name="Title 1">
            <a:extLst xmlns:a="http://schemas.openxmlformats.org/drawingml/2006/main">
              <a:ext uri="{FF2B5EF4-FFF2-40B4-BE49-F238E27FC236}">
                <a16:creationId xmlns:a16="http://schemas.microsoft.com/office/drawing/2014/main" id="{C1172B01-A9B7-43A6-B633-342A6F3BEF20}"/>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1: Disponibilidad</a:t>
            </a:r>
          </a:p>
        </p:txBody>
      </p:sp>
      <p:graphicFrame>
        <p:nvGraphicFramePr>
          <p:cNvPr id="256" name="Table 1"/>
          <p:cNvGraphicFramePr/>
          <p:nvPr/>
        </p:nvGraphicFramePr>
        <p:xfrm>
          <a:off xmlns:a="http://schemas.openxmlformats.org/drawingml/2006/main" x="862370" y="962209"/>
          <a:ext xmlns:a="http://schemas.openxmlformats.org/drawingml/2006/main" cx="18379358" cy="8616897"/>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1: Disponibilidad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1</a:t>
                      </a:r>
                    </a:p>
                  </a:txBody>
                  <a:tcPr marL="0" marR="0" marT="0" marB="0" anchor="ctr" horzOverflow="overflow"/>
                </a:tc>
                <a:tc gridSpan="3">
                  <a:txBody>
                    <a:bodyPr/>
                    <a:lstStyle/>
                    <a:p>
                      <a:pPr algn="ctr">
                        <a:buNone/>
                      </a:pPr>
                      <a:r>
                        <a:rPr sz="2200">
                          <a:latin typeface="Avenir Light"/>
                          <a:ea typeface="Avenir Light"/>
                          <a:cs typeface="Avenir Light"/>
                        </a:rPr>
                        <a:t>DISP-01 - Continuidad ante desconexión móvil: Si la aplicación móvil de un proveedor pierde conectividad mientras reporta el inicio o cierre de un trabajo, el sistema debe conservar la solicitud y procesarla cuando la conexión se restablezca, sin duplicar la operación.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Aplicación móvil del proveedor</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Se pierde la conectividad durante el inicio o cierre de un trabajo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Producción, red móvil inestable</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API de trabajos, outbox y consumidor de eventos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La operación se conserva, se procesa al recuperar la conexión y no se generan duplicados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0 operaciones duplicadas y al menos 99,9% de eventos pendientes procesados después de la reconexión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Idempotencia mediante clave de operación, outbox transaccional y reintentos</a:t>
                      </a:r>
                      <a:endParaRPr/>
                    </a:p>
                  </a:txBody>
                  <a:tcPr marL="0" marR="0" marT="0" marB="0" anchor="ctr" horzOverflow="overflow"/>
                </a:tc>
                <a:tc>
                  <a:txBody>
                    <a:bodyPr/>
                    <a:lstStyle/>
                    <a:p>
                      <a:pPr algn="ctr">
                        <a:buNone/>
                      </a:pPr>
                      <a:r>
                        <a:rPr sz="2200">
                          <a:latin typeface="Avenir Light"/>
                          <a:ea typeface="Avenir Light"/>
                          <a:cs typeface="Avenir Light"/>
                        </a:rPr>
                        <a:t>Persistencia de la clave de idempotencia y duración de la retención</a:t>
                      </a:r>
                      <a:endParaRPr/>
                    </a:p>
                  </a:txBody>
                  <a:tcPr marL="0" marR="0" marT="0" marB="0" anchor="ctr" horzOverflow="overflow"/>
                </a:tc>
                <a:tc>
                  <a:txBody>
                    <a:bodyPr/>
                    <a:lstStyle/>
                    <a:p>
                      <a:pPr algn="ctr">
                        <a:buNone/>
                      </a:pPr>
                      <a:r>
                        <a:rPr sz="2200">
                          <a:latin typeface="Avenir Light"/>
                          <a:ea typeface="Avenir Light"/>
                          <a:cs typeface="Avenir Light"/>
                        </a:rPr>
                        <a:t>Aumenta el almacenamiento temporal y la complejidad del seguimiento</a:t>
                      </a:r>
                      <a:endParaRPr/>
                    </a:p>
                  </a:txBody>
                  <a:tcPr marL="0" marR="0" marT="0" marB="0" anchor="ctr" horzOverflow="overflow"/>
                </a:tc>
                <a:tc>
                  <a:txBody>
                    <a:bodyPr/>
                    <a:lstStyle/>
                    <a:p>
                      <a:pPr algn="ctr">
                        <a:buNone/>
                      </a:pPr>
                      <a:r>
                        <a:rPr sz="2200">
                          <a:latin typeface="Avenir Light"/>
                          <a:ea typeface="Avenir Light"/>
                          <a:cs typeface="Avenir Light"/>
                        </a:rPr>
                        <a:t>Reenvíos con claves diferentes pueden duplicar operaciones; se mitiga con validación de correlación</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La aplicación móvil puede perder conectividad en cualquier momento. La clave de idempotencia permite reconocer reenvíos, mientras el outbox conserva el evento junto con la operación y los reintentos completan el procesamiento cuando la red se recupera. Así se mantiene la continuidad sin duplicar trabajos ni exigir una conexión permanente.</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184044814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091d1bde25394734"/>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19c2a28e793e4f32"/>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42906798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47" name="Title 1">
            <a:extLst xmlns:a="http://schemas.openxmlformats.org/drawingml/2006/main">
              <a:ext uri="{FF2B5EF4-FFF2-40B4-BE49-F238E27FC236}">
                <a16:creationId xmlns:a16="http://schemas.microsoft.com/office/drawing/2014/main" id="{8DF270A5-215B-44AD-B6DD-BE6AC10D53AD}"/>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1: Disponibilidad</a:t>
            </a:r>
          </a:p>
        </p:txBody>
      </p:sp>
      <p:graphicFrame>
        <p:nvGraphicFramePr>
          <p:cNvPr id="250" name="Table 1"/>
          <p:cNvGraphicFramePr/>
          <p:nvPr/>
        </p:nvGraphicFramePr>
        <p:xfrm>
          <a:off xmlns:a="http://schemas.openxmlformats.org/drawingml/2006/main" x="862370" y="962209"/>
          <a:ext xmlns:a="http://schemas.openxmlformats.org/drawingml/2006/main" cx="18379358" cy="8616897"/>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1: Disponibilidad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2</a:t>
                      </a:r>
                    </a:p>
                  </a:txBody>
                  <a:tcPr marL="0" marR="0" marT="0" marB="0" anchor="ctr" horzOverflow="overflow"/>
                </a:tc>
                <a:tc gridSpan="3">
                  <a:txBody>
                    <a:bodyPr/>
                    <a:lstStyle/>
                    <a:p>
                      <a:pPr algn="ctr">
                        <a:buNone/>
                      </a:pPr>
                      <a:r>
                        <a:rPr sz="2200">
                          <a:latin typeface="Avenir Light"/>
                          <a:ea typeface="Avenir Light"/>
                          <a:cs typeface="Avenir Light"/>
                        </a:rPr>
                        <a:t>DISP-02 - Reasignación ante rechazo del proveedor: Si el proveedor asignado rechaza un trabajo o no confirma su aceptación dentro del tiempo establecido, el sistema debe mantener la solicitud activa y permitir reasignarla a otro proveedor elegible.</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Proveedor asignado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Rechaza el trabajo o no confirma aceptación dentro del SLA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Producción, operación activa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Módulo de asignación y catálogo de proveedores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El trabajo permanece activo, se registra el rechazo y se inicia una nueva selección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100% de rechazos trazables y nueva asignación iniciada dentro de 60 segundos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Estado explícito de asignación, eventos de dominio y política de reintento y reasignación</a:t>
                      </a:r>
                      <a:endParaRPr/>
                    </a:p>
                  </a:txBody>
                  <a:tcPr marL="0" marR="0" marT="0" marB="0" anchor="ctr" horzOverflow="overflow"/>
                </a:tc>
                <a:tc>
                  <a:txBody>
                    <a:bodyPr/>
                    <a:lstStyle/>
                    <a:p>
                      <a:pPr algn="ctr">
                        <a:buNone/>
                      </a:pPr>
                      <a:r>
                        <a:rPr sz="2200">
                          <a:latin typeface="Avenir Light"/>
                          <a:ea typeface="Avenir Light"/>
                          <a:cs typeface="Avenir Light"/>
                        </a:rPr>
                        <a:t>SLA de confirmación y consistencia del catálogo de elegibles</a:t>
                      </a:r>
                      <a:endParaRPr/>
                    </a:p>
                  </a:txBody>
                  <a:tcPr marL="0" marR="0" marT="0" marB="0" anchor="ctr" horzOverflow="overflow"/>
                </a:tc>
                <a:tc>
                  <a:txBody>
                    <a:bodyPr/>
                    <a:lstStyle/>
                    <a:p>
                      <a:pPr algn="ctr">
                        <a:buNone/>
                      </a:pPr>
                      <a:r>
                        <a:rPr sz="2200">
                          <a:latin typeface="Avenir Light"/>
                          <a:ea typeface="Avenir Light"/>
                          <a:cs typeface="Avenir Light"/>
                        </a:rPr>
                        <a:t>La reasignación puede aumentar costos o tiempos de atención</a:t>
                      </a:r>
                      <a:endParaRPr/>
                    </a:p>
                  </a:txBody>
                  <a:tcPr marL="0" marR="0" marT="0" marB="0" anchor="ctr" horzOverflow="overflow"/>
                </a:tc>
                <a:tc>
                  <a:txBody>
                    <a:bodyPr/>
                    <a:lstStyle/>
                    <a:p>
                      <a:pPr algn="ctr">
                        <a:buNone/>
                      </a:pPr>
                      <a:r>
                        <a:rPr sz="2200">
                          <a:latin typeface="Avenir Light"/>
                          <a:ea typeface="Avenir Light"/>
                          <a:cs typeface="Avenir Light"/>
                        </a:rPr>
                        <a:t>Reasignaciones repetitivas; se mitiga con límite de intentos y escalamiento manual</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El rechazo o la falta de respuesta de un proveedor no debe cerrar la solicitud del cliente. Un estado explícito permite distinguir pendiente, rechazado y reasignado, mientras los eventos de dominio activan una nueva selección sin acoplar el módulo de asignación al catálogo. El límite de intentos evita ciclos automáticos indefinidos.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20613491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143241e9818c4f81"/>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da02f1d172e4f04"/>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43235509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50" name="Title 1">
            <a:extLst xmlns:a="http://schemas.openxmlformats.org/drawingml/2006/main">
              <a:ext uri="{FF2B5EF4-FFF2-40B4-BE49-F238E27FC236}">
                <a16:creationId xmlns:a16="http://schemas.microsoft.com/office/drawing/2014/main" id="{384147EC-0A0B-498F-8CBE-A8F7B595D4AC}"/>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1: Disponibilidad</a:t>
            </a:r>
          </a:p>
        </p:txBody>
      </p:sp>
      <p:graphicFrame>
        <p:nvGraphicFramePr>
          <p:cNvPr id="253"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1: Disponibilidad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3</a:t>
                      </a:r>
                    </a:p>
                  </a:txBody>
                  <a:tcPr marL="0" marR="0" marT="0" marB="0" anchor="ctr" horzOverflow="overflow"/>
                </a:tc>
                <a:tc gridSpan="3">
                  <a:txBody>
                    <a:bodyPr/>
                    <a:lstStyle/>
                    <a:p>
                      <a:pPr algn="ctr">
                        <a:buNone/>
                      </a:pPr>
                      <a:r>
                        <a:rPr sz="2200">
                          <a:latin typeface="Avenir Light"/>
                          <a:ea typeface="Avenir Light"/>
                          <a:cs typeface="Avenir Light"/>
                        </a:rPr>
                        <a:t>DISP-03 - Notificación diferida: Si el servicio de notificaciones no está disponible, el sistema debe registrar el cambio de estado del trabajo y entregar la notificación cuando el canal vuelva a estar operativo.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Servicio de notificaciones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El canal de notificación queda fuera de servicio al cambiar el estado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Producción, operación parcialmente degradada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Publicador de notificaciones y cola de eventos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El estado del trabajo se confirma aunque la notificación falle y esta se entrega posteriormente</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0 cambios de estado perdidos y 99% de notificaciones entregadas en menos de 10 minutos tras la recuperación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Comunicación asíncrona, cola durable, retry con backoff y DLQ</a:t>
                      </a:r>
                      <a:endParaRPr/>
                    </a:p>
                  </a:txBody>
                  <a:tcPr marL="0" marR="0" marT="0" marB="0" anchor="ctr" horzOverflow="overflow"/>
                </a:tc>
                <a:tc>
                  <a:txBody>
                    <a:bodyPr/>
                    <a:lstStyle/>
                    <a:p>
                      <a:pPr algn="ctr">
                        <a:buNone/>
                      </a:pPr>
                      <a:r>
                        <a:rPr sz="2200">
                          <a:latin typeface="Avenir Light"/>
                          <a:ea typeface="Avenir Light"/>
                          <a:cs typeface="Avenir Light"/>
                        </a:rPr>
                        <a:t>Capacidad de la cola y orden de notificaciones por trabajo</a:t>
                      </a:r>
                      <a:endParaRPr/>
                    </a:p>
                  </a:txBody>
                  <a:tcPr marL="0" marR="0" marT="0" marB="0" anchor="ctr" horzOverflow="overflow"/>
                </a:tc>
                <a:tc>
                  <a:txBody>
                    <a:bodyPr/>
                    <a:lstStyle/>
                    <a:p>
                      <a:pPr algn="ctr">
                        <a:buNone/>
                      </a:pPr>
                      <a:r>
                        <a:rPr sz="2200">
                          <a:latin typeface="Avenir Light"/>
                          <a:ea typeface="Avenir Light"/>
                          <a:cs typeface="Avenir Light"/>
                        </a:rPr>
                        <a:t>El usuario puede recibir la información con retraso</a:t>
                      </a:r>
                      <a:endParaRPr/>
                    </a:p>
                  </a:txBody>
                  <a:tcPr marL="0" marR="0" marT="0" marB="0" anchor="ctr" horzOverflow="overflow"/>
                </a:tc>
                <a:tc>
                  <a:txBody>
                    <a:bodyPr/>
                    <a:lstStyle/>
                    <a:p>
                      <a:pPr algn="ctr">
                        <a:buNone/>
                      </a:pPr>
                      <a:r>
                        <a:rPr sz="2200">
                          <a:latin typeface="Avenir Light"/>
                          <a:ea typeface="Avenir Light"/>
                          <a:cs typeface="Avenir Light"/>
                        </a:rPr>
                        <a:t>Notificaciones obsoletas; se mitiga con versión de estado y coalescencia</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El cambio de estado pertenece al flujo principal y no debe depender de la disponibilidad temporal de un canal externo. Una cola durable desacopla la confirmación del trabajo de la entrega de la notificación, y el backoff con DLQ evita perder mensajes o bloquear el procesamiento. La versión del estado permite descartar avisos obsoletos.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172980502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0af9a54b74a741b4"/>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9c6e364aa9d4d14"/>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1177535052"/>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56" name="Title 1">
            <a:extLst xmlns:a="http://schemas.openxmlformats.org/drawingml/2006/main">
              <a:ext uri="{FF2B5EF4-FFF2-40B4-BE49-F238E27FC236}">
                <a16:creationId xmlns:a16="http://schemas.microsoft.com/office/drawing/2014/main" id="{D69CF9A3-8A9D-455A-8AF9-97A4F1F5BA51}"/>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2: Escalabilidad</a:t>
            </a:r>
          </a:p>
        </p:txBody>
      </p:sp>
      <p:graphicFrame>
        <p:nvGraphicFramePr>
          <p:cNvPr id="259"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2: Escalabilidad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4</a:t>
                      </a:r>
                    </a:p>
                  </a:txBody>
                  <a:tcPr marL="0" marR="0" marT="0" marB="0" anchor="ctr" horzOverflow="overflow"/>
                </a:tc>
                <a:tc gridSpan="3">
                  <a:txBody>
                    <a:bodyPr/>
                    <a:lstStyle/>
                    <a:p>
                      <a:pPr algn="ctr">
                        <a:buNone/>
                      </a:pPr>
                      <a:r>
                        <a:rPr sz="2200">
                          <a:latin typeface="Avenir Light"/>
                          <a:ea typeface="Avenir Light"/>
                          <a:cs typeface="Avenir Light"/>
                        </a:rPr>
                        <a:t>ESC-01 - Procesamiento paralelo de lotes: Cuando varios centros de atención cargan simultáneamente lotes de trabajos pendientes, el sistema debe procesarlos en paralelo sin bloquear la creación individual de nuevos trabajos.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Centros de atención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Se cargan simultáneamente lotes de trabajos pendientes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Producción, jornada de alta demanda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API de comandos, broker y consumidores de trabajos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Los lotes se procesan en paralelo sin bloquear la creación individual</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Procesar 10 lotes concurrentes manteniendo p95 de creación menor a 2 segundos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Comandos asíncronos, particionamiento por centro y consumidores escalables</a:t>
                      </a:r>
                      <a:endParaRPr/>
                    </a:p>
                  </a:txBody>
                  <a:tcPr marL="0" marR="0" marT="0" marB="0" anchor="ctr" horzOverflow="overflow"/>
                </a:tc>
                <a:tc>
                  <a:txBody>
                    <a:bodyPr/>
                    <a:lstStyle/>
                    <a:p>
                      <a:pPr algn="ctr">
                        <a:buNone/>
                      </a:pPr>
                      <a:r>
                        <a:rPr sz="2200">
                          <a:latin typeface="Avenir Light"/>
                          <a:ea typeface="Avenir Light"/>
                          <a:cs typeface="Avenir Light"/>
                        </a:rPr>
                        <a:t>Número de particiones y tamaño de lote</a:t>
                      </a:r>
                      <a:endParaRPr/>
                    </a:p>
                  </a:txBody>
                  <a:tcPr marL="0" marR="0" marT="0" marB="0" anchor="ctr" horzOverflow="overflow"/>
                </a:tc>
                <a:tc>
                  <a:txBody>
                    <a:bodyPr/>
                    <a:lstStyle/>
                    <a:p>
                      <a:pPr algn="ctr">
                        <a:buNone/>
                      </a:pPr>
                      <a:r>
                        <a:rPr sz="2200">
                          <a:latin typeface="Avenir Light"/>
                          <a:ea typeface="Avenir Light"/>
                          <a:cs typeface="Avenir Light"/>
                        </a:rPr>
                        <a:t>Mayor paralelismo eleva el consumo de recursos y dificulta el orden global</a:t>
                      </a:r>
                      <a:endParaRPr/>
                    </a:p>
                  </a:txBody>
                  <a:tcPr marL="0" marR="0" marT="0" marB="0" anchor="ctr" horzOverflow="overflow"/>
                </a:tc>
                <a:tc>
                  <a:txBody>
                    <a:bodyPr/>
                    <a:lstStyle/>
                    <a:p>
                      <a:pPr algn="ctr">
                        <a:buNone/>
                      </a:pPr>
                      <a:r>
                        <a:rPr sz="2200">
                          <a:latin typeface="Avenir Light"/>
                          <a:ea typeface="Avenir Light"/>
                          <a:cs typeface="Avenir Light"/>
                        </a:rPr>
                        <a:t>Una partición caliente puede generar espera; se mitiga con claves balanceadas</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Las cargas masivas y la creación de trabajos individuales compiten por recursos durante las jornadas de alta demanda. Los comandos asíncronos trasladan el procesamiento al broker, donde las particiones permiten distribuir los lotes entre consumidores. De esta forma el ingreso de nuevas solicitudes conserva una ruta independiente y el sistema puede aumentar consumidores según la demanda.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26002128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62b55da8952d44bf"/>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90cde3e63d9b420c"/>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103364009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59" name="Title 1">
            <a:extLst xmlns:a="http://schemas.openxmlformats.org/drawingml/2006/main">
              <a:ext uri="{FF2B5EF4-FFF2-40B4-BE49-F238E27FC236}">
                <a16:creationId xmlns:a16="http://schemas.microsoft.com/office/drawing/2014/main" id="{924A2FE3-B45B-4A35-BC77-D6365BC7F293}"/>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2: Escalabilidad</a:t>
            </a:r>
          </a:p>
        </p:txBody>
      </p:sp>
      <p:graphicFrame>
        <p:nvGraphicFramePr>
          <p:cNvPr id="262"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2: Escalabilidad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5</a:t>
                      </a:r>
                    </a:p>
                  </a:txBody>
                  <a:tcPr marL="0" marR="0" marT="0" marB="0" anchor="ctr" horzOverflow="overflow"/>
                </a:tc>
                <a:tc gridSpan="3">
                  <a:txBody>
                    <a:bodyPr/>
                    <a:lstStyle/>
                    <a:p>
                      <a:pPr algn="ctr">
                        <a:buNone/>
                      </a:pPr>
                      <a:r>
                        <a:rPr sz="2200">
                          <a:latin typeface="Avenir Light"/>
                          <a:ea typeface="Avenir Light"/>
                          <a:cs typeface="Avenir Light"/>
                        </a:rPr>
                        <a:t>ESC-02 - Escalamiento de consultas: Cuando aumenta la cantidad de consultas de seguimiento realizadas por clientes y agentes, el sistema debe escalar las lecturas sin aumentar proporcionalmente la capacidad de escritura.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Clientes y agentes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Aumenta la consulta de estado y ubicación de trabajos activos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Producción, predominio de lecturas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API de consulta, réplicas de lectura y caché</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Las lecturas se escalan sin afectar el procesamiento de comandos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Mantener p95 de consultas menor a 300 ms con 10 veces más lecturas que escrituras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CQS, separación de modelos de lectura, réplicas y caché con expiración</a:t>
                      </a:r>
                      <a:endParaRPr/>
                    </a:p>
                  </a:txBody>
                  <a:tcPr marL="0" marR="0" marT="0" marB="0" anchor="ctr" horzOverflow="overflow"/>
                </a:tc>
                <a:tc>
                  <a:txBody>
                    <a:bodyPr/>
                    <a:lstStyle/>
                    <a:p>
                      <a:pPr algn="ctr">
                        <a:buNone/>
                      </a:pPr>
                      <a:r>
                        <a:rPr sz="2200">
                          <a:latin typeface="Avenir Light"/>
                          <a:ea typeface="Avenir Light"/>
                          <a:cs typeface="Avenir Light"/>
                        </a:rPr>
                        <a:t>Frescura aceptable del estado mostrado y política de invalidación</a:t>
                      </a:r>
                      <a:endParaRPr/>
                    </a:p>
                  </a:txBody>
                  <a:tcPr marL="0" marR="0" marT="0" marB="0" anchor="ctr" horzOverflow="overflow"/>
                </a:tc>
                <a:tc>
                  <a:txBody>
                    <a:bodyPr/>
                    <a:lstStyle/>
                    <a:p>
                      <a:pPr algn="ctr">
                        <a:buNone/>
                      </a:pPr>
                      <a:r>
                        <a:rPr sz="2200">
                          <a:latin typeface="Avenir Light"/>
                          <a:ea typeface="Avenir Light"/>
                          <a:cs typeface="Avenir Light"/>
                        </a:rPr>
                        <a:t>Se acepta consistencia eventual en las consultas</a:t>
                      </a:r>
                      <a:endParaRPr/>
                    </a:p>
                  </a:txBody>
                  <a:tcPr marL="0" marR="0" marT="0" marB="0" anchor="ctr" horzOverflow="overflow"/>
                </a:tc>
                <a:tc>
                  <a:txBody>
                    <a:bodyPr/>
                    <a:lstStyle/>
                    <a:p>
                      <a:pPr algn="ctr">
                        <a:buNone/>
                      </a:pPr>
                      <a:r>
                        <a:rPr sz="2200">
                          <a:latin typeface="Avenir Light"/>
                          <a:ea typeface="Avenir Light"/>
                          <a:cs typeface="Avenir Light"/>
                        </a:rPr>
                        <a:t>Mostrar un estado desactualizado; se mitiga con marca de tiempo y versión del agregado</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El seguimiento genera un volumen de lectura muy superior al de cambios de estado. CQS separa la ruta de consulta de la ruta de comandos, y las réplicas junto con la caché permiten escalar la lectura de forma independiente. La marca de tiempo y la versión del agregado hacen visible la eventual desactualización para que el cliente interprete correctamente la respuesta.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87965893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e33116d007e148b1"/>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7db081a6dcd4d32"/>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3051822883"/>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62" name="Title 1">
            <a:extLst xmlns:a="http://schemas.openxmlformats.org/drawingml/2006/main">
              <a:ext uri="{FF2B5EF4-FFF2-40B4-BE49-F238E27FC236}">
                <a16:creationId xmlns:a16="http://schemas.microsoft.com/office/drawing/2014/main" id="{AB39DAF3-901A-4BA0-AA43-8B1B63734DF0}"/>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2: Escalabilidad</a:t>
            </a:r>
          </a:p>
        </p:txBody>
      </p:sp>
      <p:graphicFrame>
        <p:nvGraphicFramePr>
          <p:cNvPr id="265"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2: Escalabilidad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6</a:t>
                      </a:r>
                    </a:p>
                  </a:txBody>
                  <a:tcPr marL="0" marR="0" marT="0" marB="0" anchor="ctr" horzOverflow="overflow"/>
                </a:tc>
                <a:tc gridSpan="3">
                  <a:txBody>
                    <a:bodyPr/>
                    <a:lstStyle/>
                    <a:p>
                      <a:pPr algn="ctr">
                        <a:buNone/>
                      </a:pPr>
                      <a:r>
                        <a:rPr sz="2200">
                          <a:latin typeface="Avenir Light"/>
                          <a:ea typeface="Avenir Light"/>
                          <a:cs typeface="Avenir Light"/>
                        </a:rPr>
                        <a:t>ESC-03 - Recuperación paralela de eventos: Cuando se reprocesan eventos después de una interrupción del broker, el sistema debe recuperar el atraso de forma paralela sin detener la recepción de nuevos trabajos.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Plataforma de mensajería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Se acumulan eventos durante una interrupción y deben reprocesarse</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Producción, recuperación del broker</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Consumidores, tópicos y almacenamiento de offsets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El atraso se recupera en paralelo mientras continúan llegando nuevos trabajos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Recuperar 100.000 eventos pendientes sin detener la recepción y con menos de 1% de errores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Consumer groups, particionamiento, procesamiento idempotente y control de backpressure</a:t>
                      </a:r>
                      <a:endParaRPr/>
                    </a:p>
                  </a:txBody>
                  <a:tcPr marL="0" marR="0" marT="0" marB="0" anchor="ctr" horzOverflow="overflow"/>
                </a:tc>
                <a:tc>
                  <a:txBody>
                    <a:bodyPr/>
                    <a:lstStyle/>
                    <a:p>
                      <a:pPr algn="ctr">
                        <a:buNone/>
                      </a:pPr>
                      <a:r>
                        <a:rPr sz="2200">
                          <a:latin typeface="Avenir Light"/>
                          <a:ea typeface="Avenir Light"/>
                          <a:cs typeface="Avenir Light"/>
                        </a:rPr>
                        <a:t>Capacidad de consumidores, tamaño de lote y offsets</a:t>
                      </a:r>
                      <a:endParaRPr/>
                    </a:p>
                  </a:txBody>
                  <a:tcPr marL="0" marR="0" marT="0" marB="0" anchor="ctr" horzOverflow="overflow"/>
                </a:tc>
                <a:tc>
                  <a:txBody>
                    <a:bodyPr/>
                    <a:lstStyle/>
                    <a:p>
                      <a:pPr algn="ctr">
                        <a:buNone/>
                      </a:pPr>
                      <a:r>
                        <a:rPr sz="2200">
                          <a:latin typeface="Avenir Light"/>
                          <a:ea typeface="Avenir Light"/>
                          <a:cs typeface="Avenir Light"/>
                        </a:rPr>
                        <a:t>El orden global no está garantizado entre particiones</a:t>
                      </a:r>
                      <a:endParaRPr/>
                    </a:p>
                  </a:txBody>
                  <a:tcPr marL="0" marR="0" marT="0" marB="0" anchor="ctr" horzOverflow="overflow"/>
                </a:tc>
                <a:tc>
                  <a:txBody>
                    <a:bodyPr/>
                    <a:lstStyle/>
                    <a:p>
                      <a:pPr algn="ctr">
                        <a:buNone/>
                      </a:pPr>
                      <a:r>
                        <a:rPr sz="2200">
                          <a:latin typeface="Avenir Light"/>
                          <a:ea typeface="Avenir Light"/>
                          <a:cs typeface="Avenir Light"/>
                        </a:rPr>
                        <a:t>Reprocesamiento fuera de orden; se mitiga con claves por agregado y estados versionados</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Una interrupción del broker puede dejar un atraso considerable mientras el negocio sigue recibiendo trabajos. Los grupos de consumidores y el particionamiento distribuyen la recuperación, mientras los offsets permiten reanudar sin perder eventos. El procesamiento idempotente y las versiones por agregado controlan los reintentos y limitan el impacto de un orden distinto entre particiones.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126055958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f6d1ec433d0841fd"/>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58fdeb9be53f4fac"/>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78509725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65" name="Title 1">
            <a:extLst xmlns:a="http://schemas.openxmlformats.org/drawingml/2006/main">
              <a:ext uri="{FF2B5EF4-FFF2-40B4-BE49-F238E27FC236}">
                <a16:creationId xmlns:a16="http://schemas.microsoft.com/office/drawing/2014/main" id="{E212D8A4-767D-44E7-A160-BFEBC49C8E0B}"/>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3: Modificabilidad</a:t>
            </a:r>
          </a:p>
        </p:txBody>
      </p:sp>
      <p:graphicFrame>
        <p:nvGraphicFramePr>
          <p:cNvPr id="268"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3: Modificabilidad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7</a:t>
                      </a:r>
                    </a:p>
                  </a:txBody>
                  <a:tcPr marL="0" marR="0" marT="0" marB="0" anchor="ctr" horzOverflow="overflow"/>
                </a:tc>
                <a:tc gridSpan="3">
                  <a:txBody>
                    <a:bodyPr/>
                    <a:lstStyle/>
                    <a:p>
                      <a:pPr algn="ctr">
                        <a:buNone/>
                      </a:pPr>
                      <a:r>
                        <a:rPr sz="2200">
                          <a:latin typeface="Avenir Light"/>
                          <a:ea typeface="Avenir Light"/>
                          <a:cs typeface="Avenir Light"/>
                        </a:rPr>
                        <a:t>MOD-01 - Cambio aislado de priorización: Si el negocio cambia la regla para priorizar trabajos urgentes según zona, tipo de servicio y tiempo de espera, la modificación debe quedar aislada de la persistencia y de la API.</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Negocio y operaciones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Cambia la regla de prioridad según zona, tipo de servicio y tiempo de espera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Desarrollo y despliegue controlado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Motor de decisión del dominio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La regla puede sustituirse sin modificar repositorios, API ni infraestructura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Agregar una regla en menos de 3 días-persona y modificar 0 adaptadores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Strategy o especificación de dominio, separada de persistencia y transporte</a:t>
                      </a:r>
                      <a:endParaRPr/>
                    </a:p>
                  </a:txBody>
                  <a:tcPr marL="0" marR="0" marT="0" marB="0" anchor="ctr" horzOverflow="overflow"/>
                </a:tc>
                <a:tc>
                  <a:txBody>
                    <a:bodyPr/>
                    <a:lstStyle/>
                    <a:p>
                      <a:pPr algn="ctr">
                        <a:buNone/>
                      </a:pPr>
                      <a:r>
                        <a:rPr sz="2200">
                          <a:latin typeface="Avenir Light"/>
                          <a:ea typeface="Avenir Light"/>
                          <a:cs typeface="Avenir Light"/>
                        </a:rPr>
                        <a:t>Contrato de entrada de la regla y precedencia entre criterios</a:t>
                      </a:r>
                      <a:endParaRPr/>
                    </a:p>
                  </a:txBody>
                  <a:tcPr marL="0" marR="0" marT="0" marB="0" anchor="ctr" horzOverflow="overflow"/>
                </a:tc>
                <a:tc>
                  <a:txBody>
                    <a:bodyPr/>
                    <a:lstStyle/>
                    <a:p>
                      <a:pPr algn="ctr">
                        <a:buNone/>
                      </a:pPr>
                      <a:r>
                        <a:rPr sz="2200">
                          <a:latin typeface="Avenir Light"/>
                          <a:ea typeface="Avenir Light"/>
                          <a:cs typeface="Avenir Light"/>
                        </a:rPr>
                        <a:t>Aumentan las clases y la necesidad de pruebas de reglas</a:t>
                      </a:r>
                      <a:endParaRPr/>
                    </a:p>
                  </a:txBody>
                  <a:tcPr marL="0" marR="0" marT="0" marB="0" anchor="ctr" horzOverflow="overflow"/>
                </a:tc>
                <a:tc>
                  <a:txBody>
                    <a:bodyPr/>
                    <a:lstStyle/>
                    <a:p>
                      <a:pPr algn="ctr">
                        <a:buNone/>
                      </a:pPr>
                      <a:r>
                        <a:rPr sz="2200">
                          <a:latin typeface="Avenir Light"/>
                          <a:ea typeface="Avenir Light"/>
                          <a:cs typeface="Avenir Light"/>
                        </a:rPr>
                        <a:t>Reglas contradictorias; se mitiga con prioridad explícita y validación de escenarios</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Las reglas de priorización cambian con las políticas operativas y no deberían obligar a modificar la persistencia ni los contratos externos. Una estrategia o especificación de dominio concentra la decisión detrás de un contrato estable. El sistema gana modificabilidad porque el reemplazo de la regla queda localizado, aunque requiere ordenar criterios y ampliar las pruebas del dominio.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1409279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9a88ca4c32e247c8"/>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befc08d6ee146a0"/>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374944517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268" name="Title 1">
            <a:extLst xmlns:a="http://schemas.openxmlformats.org/drawingml/2006/main">
              <a:ext uri="{FF2B5EF4-FFF2-40B4-BE49-F238E27FC236}">
                <a16:creationId xmlns:a16="http://schemas.microsoft.com/office/drawing/2014/main" id="{2CF57C5E-8C81-4B10-AEDD-7624627CAA81}"/>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3: Modificabilidad</a:t>
            </a:r>
          </a:p>
        </p:txBody>
      </p:sp>
      <p:graphicFrame>
        <p:nvGraphicFramePr>
          <p:cNvPr id="271"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3: Modificabilidad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8</a:t>
                      </a:r>
                    </a:p>
                  </a:txBody>
                  <a:tcPr marL="0" marR="0" marT="0" marB="0" anchor="ctr" horzOverflow="overflow"/>
                </a:tc>
                <a:tc gridSpan="3">
                  <a:txBody>
                    <a:bodyPr/>
                    <a:lstStyle/>
                    <a:p>
                      <a:pPr algn="ctr">
                        <a:buNone/>
                      </a:pPr>
                      <a:r>
                        <a:rPr sz="2200">
                          <a:latin typeface="Avenir Light"/>
                          <a:ea typeface="Avenir Light"/>
                          <a:cs typeface="Avenir Light"/>
                        </a:rPr>
                        <a:t>MOD-02 - Incorporación de canal de notificación: Si se incorpora un nuevo canal de notificación, como WhatsApp, el canal debe agregarse sin modificar el módulo que cambia el estado del trabajo ni los consumidores existentes.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Producto y operaciones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Se incorpora WhatsApp como nuevo canal de notificación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Evolución de producción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Adaptador de notificaciones y contrato WorkStatusChanged</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El nuevo canal consume el evento sin cambiar el módulo de trabajos ni consumidores actuales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0 cambios en el productor y despliegue del adaptador en menos de un sprint</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Pub/Sub, eventos versionados, puerto de notificación y adaptador por canal</a:t>
                      </a:r>
                      <a:endParaRPr/>
                    </a:p>
                  </a:txBody>
                  <a:tcPr marL="0" marR="0" marT="0" marB="0" anchor="ctr" horzOverflow="overflow"/>
                </a:tc>
                <a:tc>
                  <a:txBody>
                    <a:bodyPr/>
                    <a:lstStyle/>
                    <a:p>
                      <a:pPr algn="ctr">
                        <a:buNone/>
                      </a:pPr>
                      <a:r>
                        <a:rPr sz="2200">
                          <a:latin typeface="Avenir Light"/>
                          <a:ea typeface="Avenir Light"/>
                          <a:cs typeface="Avenir Light"/>
                        </a:rPr>
                        <a:t>Compatibilidad del contrato y límites del proveedor externo</a:t>
                      </a:r>
                      <a:endParaRPr/>
                    </a:p>
                  </a:txBody>
                  <a:tcPr marL="0" marR="0" marT="0" marB="0" anchor="ctr" horzOverflow="overflow"/>
                </a:tc>
                <a:tc>
                  <a:txBody>
                    <a:bodyPr/>
                    <a:lstStyle/>
                    <a:p>
                      <a:pPr algn="ctr">
                        <a:buNone/>
                      </a:pPr>
                      <a:r>
                        <a:rPr sz="2200">
                          <a:latin typeface="Avenir Light"/>
                          <a:ea typeface="Avenir Light"/>
                          <a:cs typeface="Avenir Light"/>
                        </a:rPr>
                        <a:t>Aumenta la gobernanza de contratos y la observabilidad</a:t>
                      </a:r>
                      <a:endParaRPr/>
                    </a:p>
                  </a:txBody>
                  <a:tcPr marL="0" marR="0" marT="0" marB="0" anchor="ctr" horzOverflow="overflow"/>
                </a:tc>
                <a:tc>
                  <a:txBody>
                    <a:bodyPr/>
                    <a:lstStyle/>
                    <a:p>
                      <a:pPr algn="ctr">
                        <a:buNone/>
                      </a:pPr>
                      <a:r>
                        <a:rPr sz="2200">
                          <a:latin typeface="Avenir Light"/>
                          <a:ea typeface="Avenir Light"/>
                          <a:cs typeface="Avenir Light"/>
                        </a:rPr>
                        <a:t>Un cambio incompatible afecta varios canales; se mitiga con versionamiento y pruebas de contrato</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Un nuevo canal debe evolucionar de manera independiente del módulo que registra el estado del trabajo. Publicar un evento versionado y ofrecer un puerto de notificación permite conectar un adaptador específico para WhatsApp sin alterar productores ni consumidores existentes. Las pruebas de contrato reducen el riesgo de propagar cambios incompatibles.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5220773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da7197a567644eea"/>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fe0dea428e3c465f"/>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2923310703"/>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271" name="Title 1">
            <a:extLst xmlns:a="http://schemas.openxmlformats.org/drawingml/2006/main">
              <a:ext uri="{FF2B5EF4-FFF2-40B4-BE49-F238E27FC236}">
                <a16:creationId xmlns:a16="http://schemas.microsoft.com/office/drawing/2014/main" id="{E06A33A3-5E7F-42E6-B711-72873003E7E3}"/>
              </a:ext>
            </a:extLst>
          </p:cNvPr>
          <p:cNvSpPr>
            <a:spLocks xmlns:a="http://schemas.openxmlformats.org/drawingml/2006/main" noGrp="1"/>
          </p:cNvSpPr>
          <p:nvPr>
            <p:ph type="title" idx="0"/>
          </p:nvPr>
        </p:nvSpPr>
        <p:spPr>
          <a:xfrm xmlns:a="http://schemas.openxmlformats.org/drawingml/2006/main">
            <a:off x="603219" y="199666"/>
            <a:ext cx="8669339" cy="865695"/>
          </a:xfrm>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a:r>
              <a:t>Atributo de calidad 3: Modificabilidad</a:t>
            </a:r>
          </a:p>
        </p:txBody>
      </p:sp>
      <p:graphicFrame>
        <p:nvGraphicFramePr>
          <p:cNvPr id="274" name="Table 1"/>
          <p:cNvGraphicFramePr/>
          <p:nvPr/>
        </p:nvGraphicFramePr>
        <p:xfrm>
          <a:off xmlns:a="http://schemas.openxmlformats.org/drawingml/2006/main" x="862370" y="962209"/>
          <a:ext xmlns:a="http://schemas.openxmlformats.org/drawingml/2006/main" cx="18379358" cy="8132674"/>
        </p:xfrm>
        <a:graphic xmlns:a="http://schemas.openxmlformats.org/drawingml/2006/main">
          <a:graphicData uri="http://schemas.openxmlformats.org/drawingml/2006/table">
            <a:tbl>
              <a:tblPr firstRow="1" bandRow="1">
                <a:tableStyleId>{4C3C2611-4C71-4FC5-86AE-919BDF0F9419}</a:tableStyleId>
              </a:tblPr>
              <a:tblGrid>
                <a:gridCol w="4594233"/>
                <a:gridCol w="4591807"/>
                <a:gridCol w="4596659"/>
                <a:gridCol w="4596659"/>
              </a:tblGrid>
              <a:tr h="522913">
                <a:tc gridSpan="4">
                  <a:txBody>
                    <a:bodyPr/>
                    <a:lstStyle/>
                    <a:p>
                      <a:pPr algn="ctr">
                        <a:buNone/>
                      </a:pPr>
                      <a:r>
                        <a:rPr sz="2200" b="0">
                          <a:latin typeface="Avenir Heavy"/>
                          <a:ea typeface="Avenir Heavy"/>
                          <a:cs typeface="Avenir Heavy"/>
                        </a:rPr>
                        <a:t>Atributo de calidad 3: Modificabilidad</a:t>
                      </a:r>
                      <a:endParaRPr b="0">
                        <a:latin typeface="Avenir Heavy"/>
                        <a:ea typeface="Avenir Heavy"/>
                        <a:cs typeface="Avenir Heavy"/>
                      </a:endParaRP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c hMerge="1">
                  <a:txBody>
                    <a:bodyPr/>
                    <a:lstStyle/>
                    <a:p>
                      <a:endParaRPr/>
                    </a:p>
                  </a:txBody>
                  <a:tcPr marL="91440" marR="91440" marT="45720" marB="45720"/>
                </a:tc>
              </a:tr>
              <a:tr h="522913">
                <a:tc>
                  <a:txBody>
                    <a:bodyPr/>
                    <a:lstStyle/>
                    <a:p>
                      <a:pPr algn="ctr">
                        <a:buNone/>
                      </a:pPr>
                      <a:r>
                        <a:rPr sz="2200">
                          <a:latin typeface="Avenir Heavy"/>
                          <a:ea typeface="Avenir Heavy"/>
                          <a:cs typeface="Avenir Heavy"/>
                        </a:rPr>
                        <a:t>Escenario #: 9</a:t>
                      </a:r>
                    </a:p>
                  </a:txBody>
                  <a:tcPr marL="0" marR="0" marT="0" marB="0" anchor="ctr" horzOverflow="overflow"/>
                </a:tc>
                <a:tc gridSpan="3">
                  <a:txBody>
                    <a:bodyPr/>
                    <a:lstStyle/>
                    <a:p>
                      <a:pPr algn="ctr">
                        <a:buNone/>
                      </a:pPr>
                      <a:r>
                        <a:rPr sz="2200">
                          <a:latin typeface="Avenir Light"/>
                          <a:ea typeface="Avenir Light"/>
                          <a:cs typeface="Avenir Light"/>
                        </a:rPr>
                        <a:t>MOD-03 - Reemplazo del almacenamiento documental: Si la organización cambia el proveedor de almacenamiento de documentos asociados a un trabajo, debe ser posible reemplazar el adaptador sin modificar la entidad ni las reglas del dominio.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Fuente</a:t>
                      </a:r>
                    </a:p>
                  </a:txBody>
                  <a:tcPr marL="0" marR="0" marT="0" marB="0" anchor="ctr" horzOverflow="overflow"/>
                </a:tc>
                <a:tc gridSpan="3">
                  <a:txBody>
                    <a:bodyPr/>
                    <a:lstStyle/>
                    <a:p>
                      <a:pPr algn="ctr">
                        <a:buNone/>
                      </a:pPr>
                      <a:r>
                        <a:rPr sz="2200">
                          <a:latin typeface="Avenir Light"/>
                          <a:ea typeface="Avenir Light"/>
                          <a:cs typeface="Avenir Light"/>
                        </a:rPr>
                        <a:t>Arquitectura e infraestructura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Estímulo</a:t>
                      </a:r>
                    </a:p>
                  </a:txBody>
                  <a:tcPr marL="0" marR="0" marT="0" marB="0" anchor="ctr" horzOverflow="overflow"/>
                </a:tc>
                <a:tc gridSpan="3">
                  <a:txBody>
                    <a:bodyPr/>
                    <a:lstStyle/>
                    <a:p>
                      <a:pPr algn="ctr">
                        <a:buNone/>
                      </a:pPr>
                      <a:r>
                        <a:rPr sz="2200">
                          <a:latin typeface="Avenir Light"/>
                          <a:ea typeface="Avenir Light"/>
                          <a:cs typeface="Avenir Light"/>
                        </a:rPr>
                        <a:t>Se reemplaza el almacenamiento de documentos asociados al trabajo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Ambiente</a:t>
                      </a:r>
                    </a:p>
                  </a:txBody>
                  <a:tcPr marL="0" marR="0" marT="0" marB="0" anchor="ctr" horzOverflow="overflow"/>
                </a:tc>
                <a:tc gridSpan="3">
                  <a:txBody>
                    <a:bodyPr/>
                    <a:lstStyle/>
                    <a:p>
                      <a:pPr algn="ctr">
                        <a:buNone/>
                      </a:pPr>
                      <a:r>
                        <a:rPr sz="2200">
                          <a:latin typeface="Avenir Light"/>
                          <a:ea typeface="Avenir Light"/>
                          <a:cs typeface="Avenir Light"/>
                        </a:rPr>
                        <a:t>Desarrollo y migración</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Artefacto</a:t>
                      </a:r>
                    </a:p>
                  </a:txBody>
                  <a:tcPr marL="0" marR="0" marT="0" marB="0" anchor="ctr" horzOverflow="overflow"/>
                </a:tc>
                <a:tc gridSpan="3">
                  <a:txBody>
                    <a:bodyPr/>
                    <a:lstStyle/>
                    <a:p>
                      <a:pPr algn="ctr">
                        <a:buNone/>
                      </a:pPr>
                      <a:r>
                        <a:rPr sz="2200">
                          <a:latin typeface="Avenir Light"/>
                          <a:ea typeface="Avenir Light"/>
                          <a:cs typeface="Avenir Light"/>
                        </a:rPr>
                        <a:t>Puerto de documentos y adaptador de almacenamiento</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Respuesta</a:t>
                      </a:r>
                    </a:p>
                  </a:txBody>
                  <a:tcPr marL="0" marR="0" marT="0" marB="0" anchor="ctr" horzOverflow="overflow"/>
                </a:tc>
                <a:tc gridSpan="3">
                  <a:txBody>
                    <a:bodyPr/>
                    <a:lstStyle/>
                    <a:p>
                      <a:pPr algn="ctr">
                        <a:buNone/>
                      </a:pPr>
                      <a:r>
                        <a:rPr sz="2200">
                          <a:latin typeface="Avenir Light"/>
                          <a:ea typeface="Avenir Light"/>
                          <a:cs typeface="Avenir Light"/>
                        </a:rPr>
                        <a:t>Se cambia el adaptador y se migran documentos sin modificar la entidad Work ni sus reglas</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1004544">
                <a:tc>
                  <a:txBody>
                    <a:bodyPr/>
                    <a:lstStyle/>
                    <a:p>
                      <a:pPr algn="ctr">
                        <a:buNone/>
                      </a:pPr>
                      <a:r>
                        <a:rPr sz="2200">
                          <a:latin typeface="Avenir Heavy"/>
                          <a:ea typeface="Avenir Heavy"/>
                          <a:cs typeface="Avenir Heavy"/>
                        </a:rPr>
                        <a:t>Medida de la respuesta</a:t>
                      </a:r>
                    </a:p>
                  </a:txBody>
                  <a:tcPr marL="0" marR="0" marT="0" marB="0" anchor="ctr" horzOverflow="overflow"/>
                </a:tc>
                <a:tc gridSpan="3">
                  <a:txBody>
                    <a:bodyPr/>
                    <a:lstStyle/>
                    <a:p>
                      <a:pPr algn="ctr">
                        <a:buNone/>
                      </a:pPr>
                      <a:r>
                        <a:rPr sz="2200">
                          <a:latin typeface="Avenir Light"/>
                          <a:ea typeface="Avenir Light"/>
                          <a:cs typeface="Avenir Light"/>
                        </a:rPr>
                        <a:t>0 cambios en la capa de dominio y migración verificable por checksum</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r h="509152">
                <a:tc>
                  <a:txBody>
                    <a:bodyPr/>
                    <a:lstStyle/>
                    <a:p>
                      <a:pPr algn="ctr">
                        <a:buNone/>
                      </a:pPr>
                      <a:r>
                        <a:rPr sz="2200">
                          <a:latin typeface="Avenir Heavy"/>
                          <a:ea typeface="Avenir Heavy"/>
                          <a:cs typeface="Avenir Heavy"/>
                        </a:rPr>
                        <a:t>Decisiones Arquitecturales</a:t>
                      </a:r>
                    </a:p>
                  </a:txBody>
                  <a:tcPr marL="0" marR="0" marT="0" marB="0" anchor="ctr" horzOverflow="overflow"/>
                </a:tc>
                <a:tc>
                  <a:txBody>
                    <a:bodyPr/>
                    <a:lstStyle/>
                    <a:p>
                      <a:pPr algn="ctr">
                        <a:buNone/>
                      </a:pPr>
                      <a:r>
                        <a:rPr sz="2200">
                          <a:latin typeface="Avenir Heavy"/>
                          <a:ea typeface="Avenir Heavy"/>
                          <a:cs typeface="Avenir Heavy"/>
                        </a:rPr>
                        <a:t>Punto de sensibilidad</a:t>
                      </a:r>
                    </a:p>
                  </a:txBody>
                  <a:tcPr marL="0" marR="0" marT="0" marB="0" anchor="ctr" horzOverflow="overflow"/>
                </a:tc>
                <a:tc>
                  <a:txBody>
                    <a:bodyPr/>
                    <a:lstStyle/>
                    <a:p>
                      <a:pPr algn="ctr">
                        <a:buNone/>
                      </a:pPr>
                      <a:r>
                        <a:rPr sz="2200">
                          <a:latin typeface="Avenir Heavy"/>
                          <a:ea typeface="Avenir Heavy"/>
                          <a:cs typeface="Avenir Heavy"/>
                        </a:rPr>
                        <a:t>Tradeoff</a:t>
                      </a:r>
                    </a:p>
                  </a:txBody>
                  <a:tcPr marL="0" marR="0" marT="0" marB="0" anchor="ctr" horzOverflow="overflow"/>
                </a:tc>
                <a:tc>
                  <a:txBody>
                    <a:bodyPr/>
                    <a:lstStyle/>
                    <a:p>
                      <a:pPr algn="ctr">
                        <a:buNone/>
                      </a:pPr>
                      <a:r>
                        <a:rPr sz="2200">
                          <a:latin typeface="Avenir Heavy"/>
                          <a:ea typeface="Avenir Heavy"/>
                          <a:cs typeface="Avenir Heavy"/>
                        </a:rPr>
                        <a:t>Riesgo</a:t>
                      </a:r>
                    </a:p>
                  </a:txBody>
                  <a:tcPr marL="0" marR="0" marT="0" marB="0" anchor="ctr" horzOverflow="overflow"/>
                </a:tc>
              </a:tr>
              <a:tr h="1527456">
                <a:tc>
                  <a:txBody>
                    <a:bodyPr/>
                    <a:lstStyle/>
                    <a:p>
                      <a:pPr algn="ctr">
                        <a:buNone/>
                      </a:pPr>
                      <a:r>
                        <a:rPr sz="2200">
                          <a:latin typeface="Avenir Light"/>
                          <a:ea typeface="Avenir Light"/>
                          <a:cs typeface="Avenir Light"/>
                        </a:rPr>
                        <a:t>Inversión de dependencias, puerto de almacenamiento y adaptadores intercambiables</a:t>
                      </a:r>
                      <a:endParaRPr/>
                    </a:p>
                  </a:txBody>
                  <a:tcPr marL="0" marR="0" marT="0" marB="0" anchor="ctr" horzOverflow="overflow"/>
                </a:tc>
                <a:tc>
                  <a:txBody>
                    <a:bodyPr/>
                    <a:lstStyle/>
                    <a:p>
                      <a:pPr algn="ctr">
                        <a:buNone/>
                      </a:pPr>
                      <a:r>
                        <a:rPr sz="2200">
                          <a:latin typeface="Avenir Light"/>
                          <a:ea typeface="Avenir Light"/>
                          <a:cs typeface="Avenir Light"/>
                        </a:rPr>
                        <a:t>Contrato del puerto, compatibilidad de metadatos y estrategia de migración</a:t>
                      </a:r>
                      <a:endParaRPr/>
                    </a:p>
                  </a:txBody>
                  <a:tcPr marL="0" marR="0" marT="0" marB="0" anchor="ctr" horzOverflow="overflow"/>
                </a:tc>
                <a:tc>
                  <a:txBody>
                    <a:bodyPr/>
                    <a:lstStyle/>
                    <a:p>
                      <a:pPr algn="ctr">
                        <a:buNone/>
                      </a:pPr>
                      <a:r>
                        <a:rPr sz="2200">
                          <a:latin typeface="Avenir Light"/>
                          <a:ea typeface="Avenir Light"/>
                          <a:cs typeface="Avenir Light"/>
                        </a:rPr>
                        <a:t>La abstracción agrega código y puede ocultar diferencias entre proveedores</a:t>
                      </a:r>
                      <a:endParaRPr/>
                    </a:p>
                  </a:txBody>
                  <a:tcPr marL="0" marR="0" marT="0" marB="0" anchor="ctr" horzOverflow="overflow"/>
                </a:tc>
                <a:tc>
                  <a:txBody>
                    <a:bodyPr/>
                    <a:lstStyle/>
                    <a:p>
                      <a:pPr algn="ctr">
                        <a:buNone/>
                      </a:pPr>
                      <a:r>
                        <a:rPr sz="2200">
                          <a:latin typeface="Avenir Light"/>
                          <a:ea typeface="Avenir Light"/>
                          <a:cs typeface="Avenir Light"/>
                        </a:rPr>
                        <a:t>Pérdida o corrupción durante migración; se mitiga con checksum, doble lectura y rollback</a:t>
                      </a:r>
                      <a:endParaRPr/>
                    </a:p>
                  </a:txBody>
                  <a:tcPr marL="0" marR="0" marT="0" marB="0" anchor="ctr" horzOverflow="overflow"/>
                </a:tc>
              </a:tr>
              <a:tr h="1004544">
                <a:tc>
                  <a:txBody>
                    <a:bodyPr/>
                    <a:lstStyle/>
                    <a:p>
                      <a:pPr algn="ctr">
                        <a:buNone/>
                      </a:pPr>
                      <a:r>
                        <a:rPr sz="2200">
                          <a:latin typeface="Avenir Heavy"/>
                          <a:ea typeface="Avenir Heavy"/>
                          <a:cs typeface="Avenir Heavy"/>
                        </a:rPr>
                        <a:t>Justificación</a:t>
                      </a:r>
                    </a:p>
                  </a:txBody>
                  <a:tcPr marL="0" marR="0" marT="0" marB="0" anchor="ctr" horzOverflow="overflow"/>
                </a:tc>
                <a:tc gridSpan="3">
                  <a:txBody>
                    <a:bodyPr/>
                    <a:lstStyle/>
                    <a:p>
                      <a:pPr algn="ctr">
                        <a:buNone/>
                      </a:pPr>
                      <a:r>
                        <a:rPr sz="2200">
                          <a:latin typeface="Avenir Light"/>
                          <a:ea typeface="Avenir Light"/>
                          <a:cs typeface="Avenir Light"/>
                        </a:rPr>
                        <a:t>La entidad Work y sus reglas representan el negocio, mientras que el proveedor de almacenamiento es una decisión externa. La inversión de dependencias deja un puerto estable en el núcleo y mueve cada proveedor a un adaptador intercambiable. La migración con checksum, doble lectura y rollback protege los documentos sin contaminar el dominio con detalles de infraestructura.</a:t>
                      </a:r>
                    </a:p>
                  </a:txBody>
                  <a:tcPr marL="0" marR="0" marT="0" marB="0" anchor="ctr" horzOverflow="overflow"/>
                </a:tc>
                <a:tc hMerge="1">
                  <a:txBody>
                    <a:bodyPr/>
                    <a:lstStyle/>
                    <a:p>
                      <a:endParaRPr/>
                    </a:p>
                  </a:txBody>
                  <a:tcPr marL="91440" marR="91440" marT="45720" marB="45720"/>
                </a:tc>
                <a:tc hMerge="1">
                  <a:txBody>
                    <a:bodyPr/>
                    <a:lstStyle/>
                    <a:p>
                      <a:endParaRPr/>
                    </a:p>
                  </a:txBody>
                  <a:tcPr marL="91440" marR="91440" marT="45720" marB="45720"/>
                </a:tc>
              </a:tr>
            </a:tbl>
          </a:graphicData>
        </a:graphic>
      </p:graphicFrame>
    </p:spTree>
    <p:extLst>
      <p:ext uri="{BB962C8B-B14F-4D97-AF65-F5344CB8AC3E}">
        <p14:creationId xmlns:p14="http://schemas.microsoft.com/office/powerpoint/2010/main" val="10747139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 name="Imagen 1"/>
          <p:cNvPicPr>
            <a:picLocks xmlns:a="http://schemas.openxmlformats.org/drawingml/2006/main" noChangeAspect="1"/>
          </p:cNvPicPr>
          <p:nvPr/>
        </p:nvPicPr>
        <p:blipFill>
          <a:blip xmlns:r="http://schemas.openxmlformats.org/officeDocument/2006/relationships" xmlns:a="http://schemas.openxmlformats.org/drawingml/2006/main" r:embed="R775f4c04a51d4369"/>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b4672229a4524abd"/>
          <a:stretch xmlns:a="http://schemas.openxmlformats.org/drawingml/2006/main"/>
        </p:blipFill>
        <p:spPr>
          <a:xfrm xmlns:a="http://schemas.openxmlformats.org/drawingml/2006/main">
            <a:off x="3704" y="419100"/>
            <a:ext cx="20099867" cy="11306175"/>
          </a:xfrm>
          <a:prstGeom xmlns:a="http://schemas.openxmlformats.org/drawingml/2006/main" prst="rect">
            <a:avLst/>
          </a:prstGeom>
        </p:spPr>
      </p:pic>
    </p:spTree>
    <p:extLst>
      <p:ext uri="{BB962C8B-B14F-4D97-AF65-F5344CB8AC3E}">
        <p14:creationId xmlns:p14="http://schemas.microsoft.com/office/powerpoint/2010/main" val="3063933102"/>
      </p:ext>
    </p:extLst>
  </p:cSld>
</p:sld>
</file>

<file path=ppt/theme/theme1.xml><?xml version="1.0" encoding="utf-8"?>
<a:theme xmlns:a="http://schemas.openxmlformats.org/drawingml/2006/main" name="Diseño para recursos no videos">
  <a:themeElements>
    <a:clrScheme name="Diseño para recursos no videos">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Diseño para recursos no videos">
      <a:majorFont>
        <a:latin typeface="Arial"/>
        <a:ea typeface="Arial"/>
        <a:cs typeface="Arial"/>
      </a:majorFont>
      <a:minorFont>
        <a:latin typeface="Helvetica"/>
        <a:ea typeface="Helvetica"/>
        <a:cs typeface="Helvetica"/>
      </a:minorFont>
    </a:fontScheme>
    <a:fmtScheme name="Diseño para recursos no vide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a:solidFill>
            <a:schemeClr val="phClr">
              <a:shade val="95000"/>
              <a:satMod val="104999"/>
            </a:schemeClr>
          </a:solidFill>
          <a:prstDash val="solid"/>
        </a:ln>
        <a:ln w="25400">
          <a:solidFill>
            <a:schemeClr val="phClr"/>
          </a:solidFill>
          <a:prstDash val="solid"/>
        </a:ln>
        <a:ln w="38100">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2026-09-14T03:18:47.0870000Z</dcterms:created>
  <dcterms:modified xsi:type="dcterms:W3CDTF">2026-09-14T03:18:47.0870000Z</dcterms:modified>
</coreProperties>
</file>